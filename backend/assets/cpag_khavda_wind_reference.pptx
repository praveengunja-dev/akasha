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3.xml" ContentType="application/vnd.ms-office.chartstyle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6" r:id="rId5"/>
    <p:sldId id="2147376139" r:id="rId6"/>
    <p:sldId id="2147378532" r:id="rId7"/>
    <p:sldId id="2147482629" r:id="rId8"/>
    <p:sldId id="2147376703" r:id="rId32"/>
    <p:sldId id="2147376654" r:id="rId33"/>
    <p:sldId id="2147482524" r:id="rId34"/>
    <p:sldId id="2147482487" r:id="rId35"/>
    <p:sldId id="2147482503" r:id="rId36"/>
    <p:sldId id="2147376772" r:id="rId37"/>
    <p:sldId id="2147378518" r:id="rId38"/>
    <p:sldId id="2146848161" r:id="rId3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CAD187-431C-4FA6-9F84-8A6EB16633C3}">
          <p14:sldIdLst>
            <p14:sldId id="256"/>
            <p14:sldId id="2147376139"/>
            <p14:sldId id="2147378532"/>
            <p14:sldId id="2147482629"/>
          </p14:sldIdLst>
        </p14:section>
        <p14:section name="Khavda Solar" id="{F3304007-79EB-469B-B690-89A4F908ADEC}">
          <p14:sldIdLst>
            <p14:sldId id="2147376723"/>
            <p14:sldId id="2147482737"/>
            <p14:sldId id="2147378533"/>
            <p14:sldId id="2147482740"/>
            <p14:sldId id="2147482491"/>
            <p14:sldId id="2147482748"/>
            <p14:sldId id="2147482749"/>
            <p14:sldId id="2147482750"/>
            <p14:sldId id="2147376779"/>
            <p14:sldId id="2147482542"/>
            <p14:sldId id="2147482492"/>
            <p14:sldId id="2147482725"/>
            <p14:sldId id="2147482726"/>
            <p14:sldId id="2147482742"/>
            <p14:sldId id="2147482747"/>
            <p14:sldId id="2147482746"/>
            <p14:sldId id="2147482727"/>
            <p14:sldId id="2147482720"/>
            <p14:sldId id="2147482734"/>
            <p14:sldId id="2147482736"/>
            <p14:sldId id="2147482745"/>
            <p14:sldId id="2147482744"/>
            <p14:sldId id="2147482743"/>
          </p14:sldIdLst>
        </p14:section>
        <p14:section name="Wind" id="{1F29DD25-4ABF-452C-BB92-C88FB63B48A3}">
          <p14:sldIdLst>
            <p14:sldId id="2147376703"/>
            <p14:sldId id="2147376654"/>
            <p14:sldId id="2147482524"/>
            <p14:sldId id="2147482487"/>
            <p14:sldId id="2147482503"/>
            <p14:sldId id="2147376772"/>
            <p14:sldId id="2147378518"/>
            <p14:sldId id="2146848161"/>
            <p14:sldId id="21474827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A26A033-B539-159D-9332-8435FEE84A22}" name="Kirtan Gadhiya" initials="KG" userId="S::30106856@adani.com::113427f0-5d56-4e39-916b-f90a3a5adc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3E8F9"/>
    <a:srgbClr val="66FF33"/>
    <a:srgbClr val="E9EDF4"/>
    <a:srgbClr val="E9EBF5"/>
    <a:srgbClr val="CFD5EA"/>
    <a:srgbClr val="FFFFFF"/>
    <a:srgbClr val="7030A0"/>
    <a:srgbClr val="196B24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54E59F-141C-4D56-8DCD-FAB181E4A65E}" v="1" dt="2026-09-10T07:20:20.815"/>
    <p1510:client id="{88C9014D-AFEA-4893-ABC8-3C21B36A7E15}" v="174" dt="2026-09-10T10:27:18.284"/>
    <p1510:client id="{DAC02922-318A-4018-94EE-2156999CF089}" v="13" dt="2026-09-10T05:38:22.5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1" Type="http://schemas.openxmlformats.org/officeDocument/2006/relationships/notesMaster" Target="notesMasters/notesMaster1.xml"/><Relationship Id="rId42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microsoft.com/office/2016/11/relationships/changesInfo" Target="changesInfos/changesInfo1.xml"/><Relationship Id="rId48" Type="http://schemas.microsoft.com/office/2015/10/relationships/revisionInfo" Target="revisionInfo.xml"/><Relationship Id="rId4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j Shah" userId="d331ccce-77d3-4f14-b3f8-f88f5276389b" providerId="ADAL" clId="{D8A043CB-AE4D-4398-97C9-396734588730}"/>
    <pc:docChg chg="modSld">
      <pc:chgData name="Kunj Shah" userId="d331ccce-77d3-4f14-b3f8-f88f5276389b" providerId="ADAL" clId="{D8A043CB-AE4D-4398-97C9-396734588730}" dt="2026-09-10T07:20:20.815" v="0"/>
      <pc:docMkLst>
        <pc:docMk/>
      </pc:docMkLst>
      <pc:sldChg chg="modSp">
        <pc:chgData name="Kunj Shah" userId="d331ccce-77d3-4f14-b3f8-f88f5276389b" providerId="ADAL" clId="{D8A043CB-AE4D-4398-97C9-396734588730}" dt="2026-09-10T07:20:20.815" v="0"/>
        <pc:sldMkLst>
          <pc:docMk/>
          <pc:sldMk cId="504395566" sldId="2147378518"/>
        </pc:sldMkLst>
        <pc:graphicFrameChg chg="mod">
          <ac:chgData name="Kunj Shah" userId="d331ccce-77d3-4f14-b3f8-f88f5276389b" providerId="ADAL" clId="{D8A043CB-AE4D-4398-97C9-396734588730}" dt="2026-09-10T07:20:20.815" v="0"/>
          <ac:graphicFrameMkLst>
            <pc:docMk/>
            <pc:sldMk cId="504395566" sldId="2147378518"/>
            <ac:graphicFrameMk id="2" creationId="{00000000-0008-0000-0000-000002000000}"/>
          </ac:graphicFrameMkLst>
        </pc:graphicFrameChg>
      </pc:sldChg>
    </pc:docChg>
  </pc:docChgLst>
  <pc:docChgLst>
    <pc:chgData name="Kirtan Gadhiya" userId="113427f0-5d56-4e39-916b-f90a3a5adcd7" providerId="ADAL" clId="{5F324EF6-2AC8-40FD-9CB6-5573D5497BDB}"/>
    <pc:docChg chg="undo redo custSel addSld delSld modSld sldOrd delMainMaster delSection modSection">
      <pc:chgData name="Kirtan Gadhiya" userId="113427f0-5d56-4e39-916b-f90a3a5adcd7" providerId="ADAL" clId="{5F324EF6-2AC8-40FD-9CB6-5573D5497BDB}" dt="2026-09-10T10:27:48.152" v="6716" actId="1037"/>
      <pc:docMkLst>
        <pc:docMk/>
      </pc:docMkLst>
      <pc:sldChg chg="modSp mod">
        <pc:chgData name="Kirtan Gadhiya" userId="113427f0-5d56-4e39-916b-f90a3a5adcd7" providerId="ADAL" clId="{5F324EF6-2AC8-40FD-9CB6-5573D5497BDB}" dt="2026-09-04T05:13:41.105" v="6277" actId="20577"/>
        <pc:sldMkLst>
          <pc:docMk/>
          <pc:sldMk cId="1160475412" sldId="256"/>
        </pc:sldMkLst>
        <pc:spChg chg="mod">
          <ac:chgData name="Kirtan Gadhiya" userId="113427f0-5d56-4e39-916b-f90a3a5adcd7" providerId="ADAL" clId="{5F324EF6-2AC8-40FD-9CB6-5573D5497BDB}" dt="2026-09-04T05:13:41.105" v="6277" actId="20577"/>
          <ac:spMkLst>
            <pc:docMk/>
            <pc:sldMk cId="1160475412" sldId="256"/>
            <ac:spMk id="8" creationId="{643FA834-7D73-60FF-8F4B-3D8C8B4EADA1}"/>
          </ac:spMkLst>
        </pc:spChg>
      </pc:sldChg>
      <pc:sldChg chg="modSp mod">
        <pc:chgData name="Kirtan Gadhiya" userId="113427f0-5d56-4e39-916b-f90a3a5adcd7" providerId="ADAL" clId="{5F324EF6-2AC8-40FD-9CB6-5573D5497BDB}" dt="2026-09-08T10:51:21.503" v="6559" actId="20577"/>
        <pc:sldMkLst>
          <pc:docMk/>
          <pc:sldMk cId="3817427944" sldId="2147376779"/>
        </pc:sldMkLst>
        <pc:graphicFrameChg chg="modGraphic">
          <ac:chgData name="Kirtan Gadhiya" userId="113427f0-5d56-4e39-916b-f90a3a5adcd7" providerId="ADAL" clId="{5F324EF6-2AC8-40FD-9CB6-5573D5497BDB}" dt="2026-09-08T10:51:21.503" v="6559" actId="20577"/>
          <ac:graphicFrameMkLst>
            <pc:docMk/>
            <pc:sldMk cId="3817427944" sldId="2147376779"/>
            <ac:graphicFrameMk id="2" creationId="{70839C36-7A0D-1931-4D65-2F052630F6AA}"/>
          </ac:graphicFrameMkLst>
        </pc:graphicFrameChg>
      </pc:sldChg>
      <pc:sldChg chg="addSp delSp modSp mod">
        <pc:chgData name="Kirtan Gadhiya" userId="113427f0-5d56-4e39-916b-f90a3a5adcd7" providerId="ADAL" clId="{5F324EF6-2AC8-40FD-9CB6-5573D5497BDB}" dt="2026-09-10T10:27:48.152" v="6716" actId="1037"/>
        <pc:sldMkLst>
          <pc:docMk/>
          <pc:sldMk cId="504395566" sldId="2147378518"/>
        </pc:sldMkLst>
        <pc:spChg chg="add mod">
          <ac:chgData name="Kirtan Gadhiya" userId="113427f0-5d56-4e39-916b-f90a3a5adcd7" providerId="ADAL" clId="{5F324EF6-2AC8-40FD-9CB6-5573D5497BDB}" dt="2026-09-10T10:27:09.436" v="6683" actId="255"/>
          <ac:spMkLst>
            <pc:docMk/>
            <pc:sldMk cId="504395566" sldId="2147378518"/>
            <ac:spMk id="3" creationId="{E9D692A6-0A13-FC76-9A2B-01DA1B3FD207}"/>
          </ac:spMkLst>
        </pc:spChg>
        <pc:spChg chg="add mod">
          <ac:chgData name="Kirtan Gadhiya" userId="113427f0-5d56-4e39-916b-f90a3a5adcd7" providerId="ADAL" clId="{5F324EF6-2AC8-40FD-9CB6-5573D5497BDB}" dt="2026-09-10T10:27:48.152" v="6716" actId="1037"/>
          <ac:spMkLst>
            <pc:docMk/>
            <pc:sldMk cId="504395566" sldId="2147378518"/>
            <ac:spMk id="6" creationId="{915F3BA1-0F8E-7837-8016-7E58871C6C10}"/>
          </ac:spMkLst>
        </pc:spChg>
        <pc:graphicFrameChg chg="add del mod">
          <ac:chgData name="Kirtan Gadhiya" userId="113427f0-5d56-4e39-916b-f90a3a5adcd7" providerId="ADAL" clId="{5F324EF6-2AC8-40FD-9CB6-5573D5497BDB}" dt="2026-09-10T10:26:50.736" v="6678" actId="478"/>
          <ac:graphicFrameMkLst>
            <pc:docMk/>
            <pc:sldMk cId="504395566" sldId="2147378518"/>
            <ac:graphicFrameMk id="2" creationId="{00000000-0008-0000-0000-000002000000}"/>
          </ac:graphicFrameMkLst>
        </pc:graphicFrameChg>
        <pc:graphicFrameChg chg="add del mod ord">
          <ac:chgData name="Kirtan Gadhiya" userId="113427f0-5d56-4e39-916b-f90a3a5adcd7" providerId="ADAL" clId="{5F324EF6-2AC8-40FD-9CB6-5573D5497BDB}" dt="2026-09-10T10:27:24.332" v="6685" actId="167"/>
          <ac:graphicFrameMkLst>
            <pc:docMk/>
            <pc:sldMk cId="504395566" sldId="2147378518"/>
            <ac:graphicFrameMk id="5" creationId="{00000000-0008-0000-0000-000002000000}"/>
          </ac:graphicFrameMkLst>
        </pc:graphicFrameChg>
      </pc:sldChg>
      <pc:sldChg chg="modSp mod">
        <pc:chgData name="Kirtan Gadhiya" userId="113427f0-5d56-4e39-916b-f90a3a5adcd7" providerId="ADAL" clId="{5F324EF6-2AC8-40FD-9CB6-5573D5497BDB}" dt="2026-09-08T10:54:41.652" v="6562" actId="20577"/>
        <pc:sldMkLst>
          <pc:docMk/>
          <pc:sldMk cId="281574430" sldId="2147378532"/>
        </pc:sldMkLst>
        <pc:graphicFrameChg chg="modGraphic">
          <ac:chgData name="Kirtan Gadhiya" userId="113427f0-5d56-4e39-916b-f90a3a5adcd7" providerId="ADAL" clId="{5F324EF6-2AC8-40FD-9CB6-5573D5497BDB}" dt="2026-09-08T10:54:41.652" v="6562" actId="20577"/>
          <ac:graphicFrameMkLst>
            <pc:docMk/>
            <pc:sldMk cId="281574430" sldId="2147378532"/>
            <ac:graphicFrameMk id="11" creationId="{F97884D0-27D2-932F-9C20-A467221E5846}"/>
          </ac:graphicFrameMkLst>
        </pc:graphicFrameChg>
      </pc:sldChg>
      <pc:sldChg chg="modSp mod">
        <pc:chgData name="Kirtan Gadhiya" userId="113427f0-5d56-4e39-916b-f90a3a5adcd7" providerId="ADAL" clId="{5F324EF6-2AC8-40FD-9CB6-5573D5497BDB}" dt="2026-09-04T05:20:49.002" v="6352" actId="20577"/>
        <pc:sldMkLst>
          <pc:docMk/>
          <pc:sldMk cId="840639974" sldId="2147378533"/>
        </pc:sldMkLst>
        <pc:graphicFrameChg chg="mod modGraphic">
          <ac:chgData name="Kirtan Gadhiya" userId="113427f0-5d56-4e39-916b-f90a3a5adcd7" providerId="ADAL" clId="{5F324EF6-2AC8-40FD-9CB6-5573D5497BDB}" dt="2026-09-04T05:20:49.002" v="6352" actId="20577"/>
          <ac:graphicFrameMkLst>
            <pc:docMk/>
            <pc:sldMk cId="840639974" sldId="2147378533"/>
            <ac:graphicFrameMk id="14" creationId="{0138DC78-B9EC-5F59-B427-F6FC7837F8A1}"/>
          </ac:graphicFrameMkLst>
        </pc:graphicFrameChg>
      </pc:sldChg>
      <pc:sldChg chg="modSp mod">
        <pc:chgData name="Kirtan Gadhiya" userId="113427f0-5d56-4e39-916b-f90a3a5adcd7" providerId="ADAL" clId="{5F324EF6-2AC8-40FD-9CB6-5573D5497BDB}" dt="2026-09-08T04:59:00.117" v="6403" actId="13926"/>
        <pc:sldMkLst>
          <pc:docMk/>
          <pc:sldMk cId="4060271580" sldId="2147482491"/>
        </pc:sldMkLst>
        <pc:spChg chg="mod">
          <ac:chgData name="Kirtan Gadhiya" userId="113427f0-5d56-4e39-916b-f90a3a5adcd7" providerId="ADAL" clId="{5F324EF6-2AC8-40FD-9CB6-5573D5497BDB}" dt="2026-09-08T04:59:00.117" v="6403" actId="13926"/>
          <ac:spMkLst>
            <pc:docMk/>
            <pc:sldMk cId="4060271580" sldId="2147482491"/>
            <ac:spMk id="11" creationId="{B532495E-6E02-1671-0347-9F6E56114843}"/>
          </ac:spMkLst>
        </pc:spChg>
        <pc:graphicFrameChg chg="mod modGraphic">
          <ac:chgData name="Kirtan Gadhiya" userId="113427f0-5d56-4e39-916b-f90a3a5adcd7" providerId="ADAL" clId="{5F324EF6-2AC8-40FD-9CB6-5573D5497BDB}" dt="2026-09-08T04:58:57.858" v="6402" actId="255"/>
          <ac:graphicFrameMkLst>
            <pc:docMk/>
            <pc:sldMk cId="4060271580" sldId="2147482491"/>
            <ac:graphicFrameMk id="2" creationId="{652D4899-635E-46C2-AE41-4728EE765DC3}"/>
          </ac:graphicFrameMkLst>
        </pc:graphicFrameChg>
      </pc:sldChg>
      <pc:sldChg chg="modSp mod">
        <pc:chgData name="Kirtan Gadhiya" userId="113427f0-5d56-4e39-916b-f90a3a5adcd7" providerId="ADAL" clId="{5F324EF6-2AC8-40FD-9CB6-5573D5497BDB}" dt="2026-09-08T10:50:33.436" v="6555" actId="20577"/>
        <pc:sldMkLst>
          <pc:docMk/>
          <pc:sldMk cId="646769686" sldId="2147482542"/>
        </pc:sldMkLst>
        <pc:graphicFrameChg chg="mod modGraphic">
          <ac:chgData name="Kirtan Gadhiya" userId="113427f0-5d56-4e39-916b-f90a3a5adcd7" providerId="ADAL" clId="{5F324EF6-2AC8-40FD-9CB6-5573D5497BDB}" dt="2026-09-08T10:50:33.436" v="6555" actId="20577"/>
          <ac:graphicFrameMkLst>
            <pc:docMk/>
            <pc:sldMk cId="646769686" sldId="2147482542"/>
            <ac:graphicFrameMk id="4" creationId="{02B456FF-9401-6E90-16B4-5D8578B80C36}"/>
          </ac:graphicFrameMkLst>
        </pc:graphicFrameChg>
      </pc:sldChg>
      <pc:sldChg chg="addSp delSp modSp mod">
        <pc:chgData name="Kirtan Gadhiya" userId="113427f0-5d56-4e39-916b-f90a3a5adcd7" providerId="ADAL" clId="{5F324EF6-2AC8-40FD-9CB6-5573D5497BDB}" dt="2026-09-04T05:19:39.839" v="6326" actId="1037"/>
        <pc:sldMkLst>
          <pc:docMk/>
          <pc:sldMk cId="3164519870" sldId="2147482629"/>
        </pc:sldMkLst>
        <pc:spChg chg="mod">
          <ac:chgData name="Kirtan Gadhiya" userId="113427f0-5d56-4e39-916b-f90a3a5adcd7" providerId="ADAL" clId="{5F324EF6-2AC8-40FD-9CB6-5573D5497BDB}" dt="2026-08-11T05:59:57.477" v="6269" actId="20577"/>
          <ac:spMkLst>
            <pc:docMk/>
            <pc:sldMk cId="3164519870" sldId="2147482629"/>
            <ac:spMk id="7" creationId="{457308FB-4CED-B2A0-B05E-F88C39C3DD1D}"/>
          </ac:spMkLst>
        </pc:spChg>
        <pc:graphicFrameChg chg="add mod">
          <ac:chgData name="Kirtan Gadhiya" userId="113427f0-5d56-4e39-916b-f90a3a5adcd7" providerId="ADAL" clId="{5F324EF6-2AC8-40FD-9CB6-5573D5497BDB}" dt="2026-09-04T05:19:39.839" v="6326" actId="1037"/>
          <ac:graphicFrameMkLst>
            <pc:docMk/>
            <pc:sldMk cId="3164519870" sldId="2147482629"/>
            <ac:graphicFrameMk id="6" creationId="{0AF8D1BD-EDC0-4BDC-816D-268B0E8C6FA5}"/>
          </ac:graphicFrameMkLst>
        </pc:graphicFrameChg>
        <pc:graphicFrameChg chg="mod">
          <ac:chgData name="Kirtan Gadhiya" userId="113427f0-5d56-4e39-916b-f90a3a5adcd7" providerId="ADAL" clId="{5F324EF6-2AC8-40FD-9CB6-5573D5497BDB}" dt="2026-09-04T05:19:07.070" v="6305"/>
          <ac:graphicFrameMkLst>
            <pc:docMk/>
            <pc:sldMk cId="3164519870" sldId="2147482629"/>
            <ac:graphicFrameMk id="10" creationId="{516C6700-4D1F-94AD-8041-2EA827EFF5C5}"/>
          </ac:graphicFrameMkLst>
        </pc:graphicFrameChg>
      </pc:sldChg>
      <pc:sldChg chg="modSp mod">
        <pc:chgData name="Kirtan Gadhiya" userId="113427f0-5d56-4e39-916b-f90a3a5adcd7" providerId="ADAL" clId="{5F324EF6-2AC8-40FD-9CB6-5573D5497BDB}" dt="2026-09-04T05:20:36.084" v="6347" actId="20577"/>
        <pc:sldMkLst>
          <pc:docMk/>
          <pc:sldMk cId="2553148696" sldId="2147482737"/>
        </pc:sldMkLst>
        <pc:graphicFrameChg chg="modGraphic">
          <ac:chgData name="Kirtan Gadhiya" userId="113427f0-5d56-4e39-916b-f90a3a5adcd7" providerId="ADAL" clId="{5F324EF6-2AC8-40FD-9CB6-5573D5497BDB}" dt="2026-09-04T05:20:36.084" v="6347" actId="20577"/>
          <ac:graphicFrameMkLst>
            <pc:docMk/>
            <pc:sldMk cId="2553148696" sldId="2147482737"/>
            <ac:graphicFrameMk id="16" creationId="{B38E87D4-D267-D38A-9289-BEFE1FC3077C}"/>
          </ac:graphicFrameMkLst>
        </pc:graphicFrameChg>
      </pc:sldChg>
      <pc:sldChg chg="addSp delSp modSp mod">
        <pc:chgData name="Kirtan Gadhiya" userId="113427f0-5d56-4e39-916b-f90a3a5adcd7" providerId="ADAL" clId="{5F324EF6-2AC8-40FD-9CB6-5573D5497BDB}" dt="2026-09-08T04:58:30.196" v="6393" actId="14734"/>
        <pc:sldMkLst>
          <pc:docMk/>
          <pc:sldMk cId="996559364" sldId="2147482740"/>
        </pc:sldMkLst>
        <pc:graphicFrameChg chg="modGraphic">
          <ac:chgData name="Kirtan Gadhiya" userId="113427f0-5d56-4e39-916b-f90a3a5adcd7" providerId="ADAL" clId="{5F324EF6-2AC8-40FD-9CB6-5573D5497BDB}" dt="2026-09-08T04:58:30.196" v="6393" actId="14734"/>
          <ac:graphicFrameMkLst>
            <pc:docMk/>
            <pc:sldMk cId="996559364" sldId="2147482740"/>
            <ac:graphicFrameMk id="3" creationId="{624AE05F-B8A5-33E5-882D-8CF4AAC3CE4B}"/>
          </ac:graphicFrameMkLst>
        </pc:graphicFrameChg>
        <pc:graphicFrameChg chg="add mod">
          <ac:chgData name="Kirtan Gadhiya" userId="113427f0-5d56-4e39-916b-f90a3a5adcd7" providerId="ADAL" clId="{5F324EF6-2AC8-40FD-9CB6-5573D5497BDB}" dt="2026-09-04T05:25:29.340" v="6380" actId="14100"/>
          <ac:graphicFrameMkLst>
            <pc:docMk/>
            <pc:sldMk cId="996559364" sldId="2147482740"/>
            <ac:graphicFrameMk id="4" creationId="{ACFB796B-58D4-280C-E035-1AA33B6BC81C}"/>
          </ac:graphicFrameMkLst>
        </pc:graphicFrameChg>
      </pc:sldChg>
      <pc:sldChg chg="modSp add mod">
        <pc:chgData name="Kirtan Gadhiya" userId="113427f0-5d56-4e39-916b-f90a3a5adcd7" providerId="ADAL" clId="{5F324EF6-2AC8-40FD-9CB6-5573D5497BDB}" dt="2026-09-08T09:24:26.931" v="6511" actId="6549"/>
        <pc:sldMkLst>
          <pc:docMk/>
          <pc:sldMk cId="2117892379" sldId="2147482748"/>
        </pc:sldMkLst>
        <pc:spChg chg="mod">
          <ac:chgData name="Kirtan Gadhiya" userId="113427f0-5d56-4e39-916b-f90a3a5adcd7" providerId="ADAL" clId="{5F324EF6-2AC8-40FD-9CB6-5573D5497BDB}" dt="2026-09-08T09:22:20.859" v="6500" actId="13926"/>
          <ac:spMkLst>
            <pc:docMk/>
            <pc:sldMk cId="2117892379" sldId="2147482748"/>
            <ac:spMk id="2" creationId="{91137688-FC03-A1E4-2B9F-6EFC819C6C89}"/>
          </ac:spMkLst>
        </pc:spChg>
        <pc:graphicFrameChg chg="mod modGraphic">
          <ac:chgData name="Kirtan Gadhiya" userId="113427f0-5d56-4e39-916b-f90a3a5adcd7" providerId="ADAL" clId="{5F324EF6-2AC8-40FD-9CB6-5573D5497BDB}" dt="2026-09-08T09:24:26.931" v="6511" actId="6549"/>
          <ac:graphicFrameMkLst>
            <pc:docMk/>
            <pc:sldMk cId="2117892379" sldId="2147482748"/>
            <ac:graphicFrameMk id="5" creationId="{1D9C20C9-1176-C8B7-97CB-E53A4FAEECA8}"/>
          </ac:graphicFrameMkLst>
        </pc:graphicFrameChg>
      </pc:sldChg>
      <pc:sldChg chg="modSp add">
        <pc:chgData name="Kirtan Gadhiya" userId="113427f0-5d56-4e39-916b-f90a3a5adcd7" providerId="ADAL" clId="{5F324EF6-2AC8-40FD-9CB6-5573D5497BDB}" dt="2026-09-10T05:14:39.225" v="6563"/>
        <pc:sldMkLst>
          <pc:docMk/>
          <pc:sldMk cId="1257860345" sldId="2147482749"/>
        </pc:sldMkLst>
        <pc:graphicFrameChg chg="mod">
          <ac:chgData name="Kirtan Gadhiya" userId="113427f0-5d56-4e39-916b-f90a3a5adcd7" providerId="ADAL" clId="{5F324EF6-2AC8-40FD-9CB6-5573D5497BDB}" dt="2026-09-10T05:14:39.225" v="6563"/>
          <ac:graphicFrameMkLst>
            <pc:docMk/>
            <pc:sldMk cId="1257860345" sldId="2147482749"/>
            <ac:graphicFrameMk id="3" creationId="{984CCA4A-4DC4-0DC6-746A-5012867A8713}"/>
          </ac:graphicFrameMkLst>
        </pc:graphicFrameChg>
      </pc:sldChg>
      <pc:sldChg chg="modSp add">
        <pc:chgData name="Kirtan Gadhiya" userId="113427f0-5d56-4e39-916b-f90a3a5adcd7" providerId="ADAL" clId="{5F324EF6-2AC8-40FD-9CB6-5573D5497BDB}" dt="2026-09-10T05:14:59.685" v="6564"/>
        <pc:sldMkLst>
          <pc:docMk/>
          <pc:sldMk cId="477025183" sldId="2147482750"/>
        </pc:sldMkLst>
        <pc:graphicFrameChg chg="mod">
          <ac:chgData name="Kirtan Gadhiya" userId="113427f0-5d56-4e39-916b-f90a3a5adcd7" providerId="ADAL" clId="{5F324EF6-2AC8-40FD-9CB6-5573D5497BDB}" dt="2026-09-10T05:14:59.685" v="6564"/>
          <ac:graphicFrameMkLst>
            <pc:docMk/>
            <pc:sldMk cId="477025183" sldId="2147482750"/>
            <ac:graphicFrameMk id="3" creationId="{A6001E6F-EF4D-2B16-B27C-4237D656043F}"/>
          </ac:graphicFrameMkLst>
        </pc:graphicFrameChg>
      </pc:sldChg>
    </pc:docChg>
  </pc:docChgLst>
  <pc:docChgLst>
    <pc:chgData name="Garima Vaishnav" userId="7a406e6c-6037-4113-9062-61d664ad346c" providerId="ADAL" clId="{2E0E82A5-C3E7-4281-98F4-09F7F172E575}"/>
    <pc:docChg chg="undo redo custSel modSld">
      <pc:chgData name="Garima Vaishnav" userId="7a406e6c-6037-4113-9062-61d664ad346c" providerId="ADAL" clId="{2E0E82A5-C3E7-4281-98F4-09F7F172E575}" dt="2026-09-08T11:02:53.131" v="2785" actId="2062"/>
      <pc:docMkLst>
        <pc:docMk/>
      </pc:docMkLst>
      <pc:sldChg chg="modSp mod">
        <pc:chgData name="Garima Vaishnav" userId="7a406e6c-6037-4113-9062-61d664ad346c" providerId="ADAL" clId="{2E0E82A5-C3E7-4281-98F4-09F7F172E575}" dt="2026-09-04T11:27:51.860" v="2701" actId="20577"/>
        <pc:sldMkLst>
          <pc:docMk/>
          <pc:sldMk cId="1569418973" sldId="2147482492"/>
        </pc:sldMkLst>
        <pc:graphicFrameChg chg="modGraphic">
          <ac:chgData name="Garima Vaishnav" userId="7a406e6c-6037-4113-9062-61d664ad346c" providerId="ADAL" clId="{2E0E82A5-C3E7-4281-98F4-09F7F172E575}" dt="2026-09-04T11:27:51.860" v="2701" actId="20577"/>
          <ac:graphicFrameMkLst>
            <pc:docMk/>
            <pc:sldMk cId="1569418973" sldId="2147482492"/>
            <ac:graphicFrameMk id="4" creationId="{1740CDD7-5123-453C-A996-1122038808C7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4T11:28:40.281" v="2710" actId="20577"/>
        <pc:sldMkLst>
          <pc:docMk/>
          <pc:sldMk cId="646769686" sldId="2147482542"/>
        </pc:sldMkLst>
        <pc:graphicFrameChg chg="mod modGraphic">
          <ac:chgData name="Garima Vaishnav" userId="7a406e6c-6037-4113-9062-61d664ad346c" providerId="ADAL" clId="{2E0E82A5-C3E7-4281-98F4-09F7F172E575}" dt="2026-09-04T11:28:40.281" v="2710" actId="20577"/>
          <ac:graphicFrameMkLst>
            <pc:docMk/>
            <pc:sldMk cId="646769686" sldId="2147482542"/>
            <ac:graphicFrameMk id="4" creationId="{02B456FF-9401-6E90-16B4-5D8578B80C36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1:02:53.131" v="2785" actId="2062"/>
        <pc:sldMkLst>
          <pc:docMk/>
          <pc:sldMk cId="855881795" sldId="2147482719"/>
        </pc:sldMkLst>
        <pc:graphicFrameChg chg="mod modGraphic">
          <ac:chgData name="Garima Vaishnav" userId="7a406e6c-6037-4113-9062-61d664ad346c" providerId="ADAL" clId="{2E0E82A5-C3E7-4281-98F4-09F7F172E575}" dt="2026-09-08T11:02:53.131" v="2785" actId="2062"/>
          <ac:graphicFrameMkLst>
            <pc:docMk/>
            <pc:sldMk cId="855881795" sldId="2147482719"/>
            <ac:graphicFrameMk id="6" creationId="{F7146D18-3533-0C4C-E0F6-49CFCFBA106A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3:24.675" v="2714" actId="207"/>
        <pc:sldMkLst>
          <pc:docMk/>
          <pc:sldMk cId="1391536951" sldId="2147482727"/>
        </pc:sldMkLst>
        <pc:graphicFrameChg chg="mod modGraphic">
          <ac:chgData name="Garima Vaishnav" userId="7a406e6c-6037-4113-9062-61d664ad346c" providerId="ADAL" clId="{2E0E82A5-C3E7-4281-98F4-09F7F172E575}" dt="2026-09-08T10:43:24.675" v="2714" actId="207"/>
          <ac:graphicFrameMkLst>
            <pc:docMk/>
            <pc:sldMk cId="1391536951" sldId="2147482727"/>
            <ac:graphicFrameMk id="6" creationId="{3DFC72A6-9DF9-DC1B-8CBA-CB0ECD87C372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4T06:48:52.554" v="2245" actId="122"/>
        <pc:sldMkLst>
          <pc:docMk/>
          <pc:sldMk cId="2107523173" sldId="2147482734"/>
        </pc:sldMkLst>
        <pc:graphicFrameChg chg="modGraphic">
          <ac:chgData name="Garima Vaishnav" userId="7a406e6c-6037-4113-9062-61d664ad346c" providerId="ADAL" clId="{2E0E82A5-C3E7-4281-98F4-09F7F172E575}" dt="2026-09-04T06:48:52.554" v="2245" actId="122"/>
          <ac:graphicFrameMkLst>
            <pc:docMk/>
            <pc:sldMk cId="2107523173" sldId="2147482734"/>
            <ac:graphicFrameMk id="4" creationId="{38C895D3-DCC2-3705-1201-AA74B67C6A5B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4:20.062" v="2724" actId="20577"/>
        <pc:sldMkLst>
          <pc:docMk/>
          <pc:sldMk cId="3468070540" sldId="2147482736"/>
        </pc:sldMkLst>
        <pc:graphicFrameChg chg="mod modGraphic">
          <ac:chgData name="Garima Vaishnav" userId="7a406e6c-6037-4113-9062-61d664ad346c" providerId="ADAL" clId="{2E0E82A5-C3E7-4281-98F4-09F7F172E575}" dt="2026-09-08T10:44:20.062" v="2724" actId="20577"/>
          <ac:graphicFrameMkLst>
            <pc:docMk/>
            <pc:sldMk cId="3468070540" sldId="2147482736"/>
            <ac:graphicFrameMk id="4" creationId="{E463901D-AA82-7DFE-65AB-DE58641B8690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5:00.291" v="2753" actId="20577"/>
        <pc:sldMkLst>
          <pc:docMk/>
          <pc:sldMk cId="910317578" sldId="2147482743"/>
        </pc:sldMkLst>
        <pc:graphicFrameChg chg="mod modGraphic">
          <ac:chgData name="Garima Vaishnav" userId="7a406e6c-6037-4113-9062-61d664ad346c" providerId="ADAL" clId="{2E0E82A5-C3E7-4281-98F4-09F7F172E575}" dt="2026-09-08T10:45:00.291" v="2753" actId="20577"/>
          <ac:graphicFrameMkLst>
            <pc:docMk/>
            <pc:sldMk cId="910317578" sldId="2147482743"/>
            <ac:graphicFrameMk id="4" creationId="{30F54908-4858-C09A-2B13-6B3CC1BC00DD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4:48.208" v="2747" actId="20577"/>
        <pc:sldMkLst>
          <pc:docMk/>
          <pc:sldMk cId="1228494143" sldId="2147482744"/>
        </pc:sldMkLst>
        <pc:graphicFrameChg chg="mod modGraphic">
          <ac:chgData name="Garima Vaishnav" userId="7a406e6c-6037-4113-9062-61d664ad346c" providerId="ADAL" clId="{2E0E82A5-C3E7-4281-98F4-09F7F172E575}" dt="2026-09-08T10:44:48.208" v="2747" actId="20577"/>
          <ac:graphicFrameMkLst>
            <pc:docMk/>
            <pc:sldMk cId="1228494143" sldId="2147482744"/>
            <ac:graphicFrameMk id="4" creationId="{D7E491BD-456A-2DC5-AC26-175B2CA284BD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4:28.758" v="2728" actId="20577"/>
        <pc:sldMkLst>
          <pc:docMk/>
          <pc:sldMk cId="2886194680" sldId="2147482745"/>
        </pc:sldMkLst>
        <pc:graphicFrameChg chg="mod modGraphic">
          <ac:chgData name="Garima Vaishnav" userId="7a406e6c-6037-4113-9062-61d664ad346c" providerId="ADAL" clId="{2E0E82A5-C3E7-4281-98F4-09F7F172E575}" dt="2026-09-08T10:44:28.758" v="2728" actId="20577"/>
          <ac:graphicFrameMkLst>
            <pc:docMk/>
            <pc:sldMk cId="2886194680" sldId="2147482745"/>
            <ac:graphicFrameMk id="4" creationId="{106623BE-1DFB-E116-191F-BB8BF04BC5F7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2:54.418" v="2712" actId="207"/>
        <pc:sldMkLst>
          <pc:docMk/>
          <pc:sldMk cId="48900060" sldId="2147482746"/>
        </pc:sldMkLst>
        <pc:graphicFrameChg chg="mod modGraphic">
          <ac:chgData name="Garima Vaishnav" userId="7a406e6c-6037-4113-9062-61d664ad346c" providerId="ADAL" clId="{2E0E82A5-C3E7-4281-98F4-09F7F172E575}" dt="2026-09-08T10:42:54.418" v="2712" actId="207"/>
          <ac:graphicFrameMkLst>
            <pc:docMk/>
            <pc:sldMk cId="48900060" sldId="2147482746"/>
            <ac:graphicFrameMk id="6" creationId="{11DACD14-CCE4-1E0C-122B-4EE1E288AF9C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3:48.549" v="2716" actId="207"/>
        <pc:sldMkLst>
          <pc:docMk/>
          <pc:sldMk cId="4246174608" sldId="2147482747"/>
        </pc:sldMkLst>
        <pc:graphicFrameChg chg="mod modGraphic">
          <ac:chgData name="Garima Vaishnav" userId="7a406e6c-6037-4113-9062-61d664ad346c" providerId="ADAL" clId="{2E0E82A5-C3E7-4281-98F4-09F7F172E575}" dt="2026-09-08T10:43:48.549" v="2716" actId="207"/>
          <ac:graphicFrameMkLst>
            <pc:docMk/>
            <pc:sldMk cId="4246174608" sldId="2147482747"/>
            <ac:graphicFrameMk id="6" creationId="{FE18E0AD-4584-294C-C25D-E73D83CBD9BB}"/>
          </ac:graphicFrameMkLst>
        </pc:graphicFrameChg>
      </pc:sldChg>
    </pc:docChg>
  </pc:docChgLst>
  <pc:docChgLst>
    <pc:chgData name="Sanidhya Dabhi" userId="1e732084-9d7f-4d7f-82ab-9e32cfb3eed0" providerId="ADAL" clId="{73E8861E-4C3C-4D00-9F91-49E94292A308}"/>
    <pc:docChg chg="undo custSel delSld modSld modSection">
      <pc:chgData name="Sanidhya Dabhi" userId="1e732084-9d7f-4d7f-82ab-9e32cfb3eed0" providerId="ADAL" clId="{73E8861E-4C3C-4D00-9F91-49E94292A308}" dt="2026-09-10T05:38:22.518" v="1486" actId="13926"/>
      <pc:docMkLst>
        <pc:docMk/>
      </pc:docMkLst>
      <pc:sldChg chg="modSp mod">
        <pc:chgData name="Sanidhya Dabhi" userId="1e732084-9d7f-4d7f-82ab-9e32cfb3eed0" providerId="ADAL" clId="{73E8861E-4C3C-4D00-9F91-49E94292A308}" dt="2026-09-10T05:17:11.400" v="1477" actId="20577"/>
        <pc:sldMkLst>
          <pc:docMk/>
          <pc:sldMk cId="3076393944" sldId="2147376654"/>
        </pc:sldMkLst>
        <pc:graphicFrameChg chg="mod modGraphic">
          <ac:chgData name="Sanidhya Dabhi" userId="1e732084-9d7f-4d7f-82ab-9e32cfb3eed0" providerId="ADAL" clId="{73E8861E-4C3C-4D00-9F91-49E94292A308}" dt="2026-09-10T05:17:11.400" v="1477" actId="20577"/>
          <ac:graphicFrameMkLst>
            <pc:docMk/>
            <pc:sldMk cId="3076393944" sldId="2147376654"/>
            <ac:graphicFrameMk id="5" creationId="{889C2B46-E8BF-19CE-C077-5E7370072DAD}"/>
          </ac:graphicFrameMkLst>
        </pc:graphicFrameChg>
      </pc:sldChg>
      <pc:sldChg chg="addSp modSp mod">
        <pc:chgData name="Sanidhya Dabhi" userId="1e732084-9d7f-4d7f-82ab-9e32cfb3eed0" providerId="ADAL" clId="{73E8861E-4C3C-4D00-9F91-49E94292A308}" dt="2026-09-05T06:27:21.951" v="1465" actId="20577"/>
        <pc:sldMkLst>
          <pc:docMk/>
          <pc:sldMk cId="2173694170" sldId="2147376772"/>
        </pc:sldMkLst>
        <pc:spChg chg="add mod">
          <ac:chgData name="Sanidhya Dabhi" userId="1e732084-9d7f-4d7f-82ab-9e32cfb3eed0" providerId="ADAL" clId="{73E8861E-4C3C-4D00-9F91-49E94292A308}" dt="2026-09-05T06:27:21.951" v="1465" actId="20577"/>
          <ac:spMkLst>
            <pc:docMk/>
            <pc:sldMk cId="2173694170" sldId="2147376772"/>
            <ac:spMk id="2" creationId="{52F3E49C-0468-1A72-57E9-A508E98F3B1D}"/>
          </ac:spMkLst>
        </pc:spChg>
        <pc:graphicFrameChg chg="mod modGraphic">
          <ac:chgData name="Sanidhya Dabhi" userId="1e732084-9d7f-4d7f-82ab-9e32cfb3eed0" providerId="ADAL" clId="{73E8861E-4C3C-4D00-9F91-49E94292A308}" dt="2026-09-05T06:22:54.213" v="1459" actId="20577"/>
          <ac:graphicFrameMkLst>
            <pc:docMk/>
            <pc:sldMk cId="2173694170" sldId="2147376772"/>
            <ac:graphicFrameMk id="8" creationId="{DC42EF3C-1FBD-A89B-101C-4678EAA41F45}"/>
          </ac:graphicFrameMkLst>
        </pc:graphicFrameChg>
      </pc:sldChg>
      <pc:sldChg chg="modSp mod">
        <pc:chgData name="Sanidhya Dabhi" userId="1e732084-9d7f-4d7f-82ab-9e32cfb3eed0" providerId="ADAL" clId="{73E8861E-4C3C-4D00-9F91-49E94292A308}" dt="2026-09-10T05:32:16.015" v="1482" actId="14100"/>
        <pc:sldMkLst>
          <pc:docMk/>
          <pc:sldMk cId="504395566" sldId="2147378518"/>
        </pc:sldMkLst>
        <pc:spChg chg="mod">
          <ac:chgData name="Sanidhya Dabhi" userId="1e732084-9d7f-4d7f-82ab-9e32cfb3eed0" providerId="ADAL" clId="{73E8861E-4C3C-4D00-9F91-49E94292A308}" dt="2026-09-10T05:32:16.015" v="1482" actId="14100"/>
          <ac:spMkLst>
            <pc:docMk/>
            <pc:sldMk cId="504395566" sldId="2147378518"/>
            <ac:spMk id="6" creationId="{915F3BA1-0F8E-7837-8016-7E58871C6C10}"/>
          </ac:spMkLst>
        </pc:spChg>
      </pc:sldChg>
      <pc:sldChg chg="modSp mod">
        <pc:chgData name="Sanidhya Dabhi" userId="1e732084-9d7f-4d7f-82ab-9e32cfb3eed0" providerId="ADAL" clId="{73E8861E-4C3C-4D00-9F91-49E94292A308}" dt="2026-09-08T10:27:13.095" v="1470" actId="20577"/>
        <pc:sldMkLst>
          <pc:docMk/>
          <pc:sldMk cId="281574430" sldId="2147378532"/>
        </pc:sldMkLst>
        <pc:graphicFrameChg chg="modGraphic">
          <ac:chgData name="Sanidhya Dabhi" userId="1e732084-9d7f-4d7f-82ab-9e32cfb3eed0" providerId="ADAL" clId="{73E8861E-4C3C-4D00-9F91-49E94292A308}" dt="2026-09-08T10:27:13.095" v="1470" actId="20577"/>
          <ac:graphicFrameMkLst>
            <pc:docMk/>
            <pc:sldMk cId="281574430" sldId="2147378532"/>
            <ac:graphicFrameMk id="11" creationId="{F97884D0-27D2-932F-9C20-A467221E5846}"/>
          </ac:graphicFrameMkLst>
        </pc:graphicFrameChg>
      </pc:sldChg>
      <pc:sldChg chg="addSp delSp modSp mod">
        <pc:chgData name="Sanidhya Dabhi" userId="1e732084-9d7f-4d7f-82ab-9e32cfb3eed0" providerId="ADAL" clId="{73E8861E-4C3C-4D00-9F91-49E94292A308}" dt="2026-09-10T05:38:22.518" v="1486" actId="13926"/>
        <pc:sldMkLst>
          <pc:docMk/>
          <pc:sldMk cId="3298201261" sldId="2147482487"/>
        </pc:sldMkLst>
        <pc:spChg chg="add del mod">
          <ac:chgData name="Sanidhya Dabhi" userId="1e732084-9d7f-4d7f-82ab-9e32cfb3eed0" providerId="ADAL" clId="{73E8861E-4C3C-4D00-9F91-49E94292A308}" dt="2026-09-08T10:30:46.109" v="1473" actId="1036"/>
          <ac:spMkLst>
            <pc:docMk/>
            <pc:sldMk cId="3298201261" sldId="2147482487"/>
            <ac:spMk id="2" creationId="{84104795-18B9-4803-F317-D3B2C594A07A}"/>
          </ac:spMkLst>
        </pc:spChg>
        <pc:graphicFrameChg chg="add del mod modGraphic">
          <ac:chgData name="Sanidhya Dabhi" userId="1e732084-9d7f-4d7f-82ab-9e32cfb3eed0" providerId="ADAL" clId="{73E8861E-4C3C-4D00-9F91-49E94292A308}" dt="2026-09-10T05:38:22.518" v="1486" actId="13926"/>
          <ac:graphicFrameMkLst>
            <pc:docMk/>
            <pc:sldMk cId="3298201261" sldId="2147482487"/>
            <ac:graphicFrameMk id="3" creationId="{E1997B06-51B3-7BDE-CA8F-0589BDDCB55A}"/>
          </ac:graphicFrameMkLst>
        </pc:graphicFrameChg>
        <pc:picChg chg="add del mod">
          <ac:chgData name="Sanidhya Dabhi" userId="1e732084-9d7f-4d7f-82ab-9e32cfb3eed0" providerId="ADAL" clId="{73E8861E-4C3C-4D00-9F91-49E94292A308}" dt="2026-09-08T10:30:46.109" v="1473" actId="1036"/>
          <ac:picMkLst>
            <pc:docMk/>
            <pc:sldMk cId="3298201261" sldId="2147482487"/>
            <ac:picMk id="11" creationId="{293025A2-2F93-795F-A1E2-2AC283580D4B}"/>
          </ac:picMkLst>
        </pc:picChg>
      </pc:sldChg>
      <pc:sldChg chg="modSp mod">
        <pc:chgData name="Sanidhya Dabhi" userId="1e732084-9d7f-4d7f-82ab-9e32cfb3eed0" providerId="ADAL" clId="{73E8861E-4C3C-4D00-9F91-49E94292A308}" dt="2026-09-10T05:22:46.083" v="1479" actId="255"/>
        <pc:sldMkLst>
          <pc:docMk/>
          <pc:sldMk cId="1127368190" sldId="2147482503"/>
        </pc:sldMkLst>
        <pc:graphicFrameChg chg="mod modGraphic">
          <ac:chgData name="Sanidhya Dabhi" userId="1e732084-9d7f-4d7f-82ab-9e32cfb3eed0" providerId="ADAL" clId="{73E8861E-4C3C-4D00-9F91-49E94292A308}" dt="2026-09-10T05:22:46.083" v="1479" actId="255"/>
          <ac:graphicFrameMkLst>
            <pc:docMk/>
            <pc:sldMk cId="1127368190" sldId="2147482503"/>
            <ac:graphicFrameMk id="4" creationId="{25AE350B-F3A1-FA24-6FCD-1DCFA5DF19B2}"/>
          </ac:graphicFrameMkLst>
        </pc:graphicFrameChg>
      </pc:sldChg>
      <pc:sldChg chg="addSp delSp modSp mod">
        <pc:chgData name="Sanidhya Dabhi" userId="1e732084-9d7f-4d7f-82ab-9e32cfb3eed0" providerId="ADAL" clId="{73E8861E-4C3C-4D00-9F91-49E94292A308}" dt="2026-09-04T12:24:35.954" v="1385"/>
        <pc:sldMkLst>
          <pc:docMk/>
          <pc:sldMk cId="489520611" sldId="2147482524"/>
        </pc:sldMkLst>
        <pc:graphicFrameChg chg="add mod">
          <ac:chgData name="Sanidhya Dabhi" userId="1e732084-9d7f-4d7f-82ab-9e32cfb3eed0" providerId="ADAL" clId="{73E8861E-4C3C-4D00-9F91-49E94292A308}" dt="2026-09-04T12:22:06.492" v="1384" actId="14100"/>
          <ac:graphicFrameMkLst>
            <pc:docMk/>
            <pc:sldMk cId="489520611" sldId="2147482524"/>
            <ac:graphicFrameMk id="3" creationId="{DC70ADFA-B2F3-4DAD-8D47-C96827C00FA0}"/>
          </ac:graphicFrameMkLst>
        </pc:graphicFrameChg>
        <pc:graphicFrameChg chg="mod modGraphic">
          <ac:chgData name="Sanidhya Dabhi" userId="1e732084-9d7f-4d7f-82ab-9e32cfb3eed0" providerId="ADAL" clId="{73E8861E-4C3C-4D00-9F91-49E94292A308}" dt="2026-09-04T12:24:35.954" v="1385"/>
          <ac:graphicFrameMkLst>
            <pc:docMk/>
            <pc:sldMk cId="489520611" sldId="2147482524"/>
            <ac:graphicFrameMk id="5" creationId="{DD971BFC-2F53-FBEC-74FF-D373076EB0F0}"/>
          </ac:graphicFrameMkLst>
        </pc:graphicFrameChg>
      </pc:sldChg>
    </pc:docChg>
  </pc:docChgLst>
  <pc:docChgLst>
    <pc:chgData name="Amol Mhatre" userId="1bad3e53-fadb-4fec-9f79-a7b7eee7dbb7" providerId="ADAL" clId="{37BF4FE6-889D-4CD8-B00D-20DB4DEE14B8}"/>
    <pc:docChg chg="modSld">
      <pc:chgData name="Amol Mhatre" userId="1bad3e53-fadb-4fec-9f79-a7b7eee7dbb7" providerId="ADAL" clId="{37BF4FE6-889D-4CD8-B00D-20DB4DEE14B8}" dt="2026-09-07T14:40:56.811" v="87"/>
      <pc:docMkLst>
        <pc:docMk/>
      </pc:docMkLst>
      <pc:sldChg chg="modSp mod">
        <pc:chgData name="Amol Mhatre" userId="1bad3e53-fadb-4fec-9f79-a7b7eee7dbb7" providerId="ADAL" clId="{37BF4FE6-889D-4CD8-B00D-20DB4DEE14B8}" dt="2026-08-11T05:17:37.115" v="79" actId="20577"/>
        <pc:sldMkLst>
          <pc:docMk/>
          <pc:sldMk cId="3817427944" sldId="2147376779"/>
        </pc:sldMkLst>
        <pc:graphicFrameChg chg="modGraphic">
          <ac:chgData name="Amol Mhatre" userId="1bad3e53-fadb-4fec-9f79-a7b7eee7dbb7" providerId="ADAL" clId="{37BF4FE6-889D-4CD8-B00D-20DB4DEE14B8}" dt="2026-08-11T05:17:37.115" v="79" actId="20577"/>
          <ac:graphicFrameMkLst>
            <pc:docMk/>
            <pc:sldMk cId="3817427944" sldId="2147376779"/>
            <ac:graphicFrameMk id="2" creationId="{70839C36-7A0D-1931-4D65-2F052630F6AA}"/>
          </ac:graphicFrameMkLst>
        </pc:graphicFrame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oleObject" Target="https://adaniltd.sharepoint.com/sites/AGEL_Project_Controls/Shared%20Documents/Project%20Services/Planning/3.%20Hybrid/3.%20Presentations/04.%20Chairman%20PPT/21.%20Aug-26/FY%2026-27%20Manpower-%20Aug'2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Apr-26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Aug-26</c:v>
                </c:pt>
                <c:pt idx="5">
                  <c:v>Sep-26</c:v>
                </c:pt>
                <c:pt idx="6">
                  <c:v>Oct-26</c:v>
                </c:pt>
                <c:pt idx="7">
                  <c:v>Nov-26</c:v>
                </c:pt>
                <c:pt idx="8">
                  <c:v>Dec-26</c:v>
                </c:pt>
                <c:pt idx="9">
                  <c:v>Jan-27</c:v>
                </c:pt>
                <c:pt idx="10">
                  <c:v>Feb-27</c:v>
                </c:pt>
                <c:pt idx="11">
                  <c:v>Mar-27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99.0</c:v>
                </c:pt>
                <c:pt idx="1">
                  <c:v>31.0</c:v>
                </c:pt>
                <c:pt idx="2">
                  <c:v>26.0</c:v>
                </c:pt>
                <c:pt idx="3">
                  <c:v>83.0</c:v>
                </c:pt>
                <c:pt idx="4">
                  <c:v>78.0</c:v>
                </c:pt>
                <c:pt idx="10">
                  <c:v>50.0</c:v>
                </c:pt>
                <c:pt idx="11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54-4217-B353-E4FDDB1343CD}"/>
            </c:ext>
          </c:extLst>
        </c:ser>
        <c:ser>
          <c:idx val="3"/>
          <c:order val="3"/>
          <c:tx>
            <c:strRef>
              <c:f>Sheet1!$C$1</c:f>
              <c:strCache>
                <c:ptCount val="1"/>
                <c:pt idx="0">
                  <c:v>Actual / Fcst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454-4217-B353-E4FDDB1343CD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454-4217-B353-E4FDDB1343CD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454-4217-B353-E4FDDB1343CD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F454-4217-B353-E4FDDB1343C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Apr-26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Aug-26</c:v>
                </c:pt>
                <c:pt idx="5">
                  <c:v>Sep-26</c:v>
                </c:pt>
                <c:pt idx="6">
                  <c:v>Oct-26</c:v>
                </c:pt>
                <c:pt idx="7">
                  <c:v>Nov-26</c:v>
                </c:pt>
                <c:pt idx="8">
                  <c:v>Dec-26</c:v>
                </c:pt>
                <c:pt idx="9">
                  <c:v>Jan-27</c:v>
                </c:pt>
                <c:pt idx="10">
                  <c:v>Feb-27</c:v>
                </c:pt>
                <c:pt idx="11">
                  <c:v>Mar-27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99.0</c:v>
                </c:pt>
                <c:pt idx="1">
                  <c:v>31.0</c:v>
                </c:pt>
                <c:pt idx="2">
                  <c:v>26.0</c:v>
                </c:pt>
                <c:pt idx="3">
                  <c:v>78.0</c:v>
                </c:pt>
                <c:pt idx="4">
                  <c:v>73.0</c:v>
                </c:pt>
                <c:pt idx="5">
                  <c:v>10.0</c:v>
                </c:pt>
                <c:pt idx="10">
                  <c:v>50.0</c:v>
                </c:pt>
                <c:pt idx="11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454-4217-B353-E4FDDB1343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93386031"/>
        <c:axId val="393366351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'[42. AGEL FY 26-27 Commissioning Plan_31-Aug-26.xlsx]Summary Linked'!$I$222</c15:sqref>
                        </c15:formulaRef>
                      </c:ext>
                    </c:extLst>
                    <c:strCache>
                      <c:ptCount val="1"/>
                      <c:pt idx="0">
                        <c:v>Solar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75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'[42. AGEL FY 26-27 Commissioning Plan_31-Aug-26.xlsx]Summary Linked'!$J$221:$V$221</c15:sqref>
                        </c15:formulaRef>
                      </c:ext>
                    </c:extLst>
                    <c:strCache>
                      <c:ptCount val="12"/>
                      <c:pt idx="0">
                        <c:v>Apr-26</c:v>
                      </c:pt>
                      <c:pt idx="1">
                        <c:v>May-26</c:v>
                      </c:pt>
                      <c:pt idx="2">
                        <c:v>Jun-26</c:v>
                      </c:pt>
                      <c:pt idx="3">
                        <c:v>Jul-26</c:v>
                      </c:pt>
                      <c:pt idx="4">
                        <c:v>Aug-26</c:v>
                      </c:pt>
                      <c:pt idx="5">
                        <c:v>Sep-26</c:v>
                      </c:pt>
                      <c:pt idx="6">
                        <c:v>Oct-26</c:v>
                      </c:pt>
                      <c:pt idx="7">
                        <c:v>Nov-26</c:v>
                      </c:pt>
                      <c:pt idx="8">
                        <c:v>Dec-26</c:v>
                      </c:pt>
                      <c:pt idx="9">
                        <c:v>Jan-27</c:v>
                      </c:pt>
                      <c:pt idx="10">
                        <c:v>Feb-27</c:v>
                      </c:pt>
                      <c:pt idx="11">
                        <c:v>Mar-27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'[42. AGEL FY 26-27 Commissioning Plan_31-Aug-26.xlsx]Summary Linked'!$J$222:$V$222</c15:sqref>
                        </c15:formulaRef>
                      </c:ext>
                    </c:extLst>
                    <c:numCache>
                      <c:formatCode>#,##0</c:formatCode>
                      <c:ptCount val="12"/>
                      <c:pt idx="0">
                        <c:v>492</c:v>
                      </c:pt>
                      <c:pt idx="1">
                        <c:v>325</c:v>
                      </c:pt>
                      <c:pt idx="2">
                        <c:v>400</c:v>
                      </c:pt>
                      <c:pt idx="3">
                        <c:v>275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250</c:v>
                      </c:pt>
                      <c:pt idx="9">
                        <c:v>1509</c:v>
                      </c:pt>
                      <c:pt idx="10">
                        <c:v>862.5</c:v>
                      </c:pt>
                      <c:pt idx="11">
                        <c:v>525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A-F454-4217-B353-E4FDDB1343CD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'[42. AGEL FY 26-27 Commissioning Plan_31-Aug-26.xlsx]Summary Linked'!$I$223</c15:sqref>
                        </c15:formulaRef>
                      </c:ext>
                    </c:extLst>
                    <c:strCache>
                      <c:ptCount val="1"/>
                      <c:pt idx="0">
                        <c:v>Wind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75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'[42. AGEL FY 26-27 Commissioning Plan_31-Aug-26.xlsx]Summary Linked'!$J$221:$V$221</c15:sqref>
                        </c15:formulaRef>
                      </c:ext>
                    </c:extLst>
                    <c:strCache>
                      <c:ptCount val="12"/>
                      <c:pt idx="0">
                        <c:v>Apr-26</c:v>
                      </c:pt>
                      <c:pt idx="1">
                        <c:v>May-26</c:v>
                      </c:pt>
                      <c:pt idx="2">
                        <c:v>Jun-26</c:v>
                      </c:pt>
                      <c:pt idx="3">
                        <c:v>Jul-26</c:v>
                      </c:pt>
                      <c:pt idx="4">
                        <c:v>Aug-26</c:v>
                      </c:pt>
                      <c:pt idx="5">
                        <c:v>Sep-26</c:v>
                      </c:pt>
                      <c:pt idx="6">
                        <c:v>Oct-26</c:v>
                      </c:pt>
                      <c:pt idx="7">
                        <c:v>Nov-26</c:v>
                      </c:pt>
                      <c:pt idx="8">
                        <c:v>Dec-26</c:v>
                      </c:pt>
                      <c:pt idx="9">
                        <c:v>Jan-27</c:v>
                      </c:pt>
                      <c:pt idx="10">
                        <c:v>Feb-27</c:v>
                      </c:pt>
                      <c:pt idx="11">
                        <c:v>Mar-27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'[42. AGEL FY 26-27 Commissioning Plan_31-Aug-26.xlsx]Summary Linked'!$J$223:$V$223</c15:sqref>
                        </c15:formulaRef>
                      </c:ext>
                    </c:extLst>
                    <c:numCache>
                      <c:formatCode>#,##0</c:formatCode>
                      <c:ptCount val="12"/>
                      <c:pt idx="0">
                        <c:v>98.8</c:v>
                      </c:pt>
                      <c:pt idx="1">
                        <c:v>31.200000000000003</c:v>
                      </c:pt>
                      <c:pt idx="2">
                        <c:v>26</c:v>
                      </c:pt>
                      <c:pt idx="3">
                        <c:v>83.2</c:v>
                      </c:pt>
                      <c:pt idx="4">
                        <c:v>78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50</c:v>
                      </c:pt>
                      <c:pt idx="11">
                        <c:v>50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F454-4217-B353-E4FDDB1343CD}"/>
                  </c:ext>
                </c:extLst>
              </c15:ser>
            </c15:filteredBarSeries>
          </c:ext>
        </c:extLst>
      </c:barChart>
      <c:catAx>
        <c:axId val="39338603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393366351"/>
        <c:crosses val="autoZero"/>
        <c:auto val="1"/>
        <c:lblAlgn val="ctr"/>
        <c:lblOffset val="100"/>
        <c:noMultiLvlLbl val="0"/>
      </c:catAx>
      <c:valAx>
        <c:axId val="393366351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93386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dani Regular" panose="02000503000000020004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750">
          <a:latin typeface="Adani Regular" panose="02000503000000020004" pitchFamily="2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11552243996149"/>
          <c:y val="1.111823384046536E-2"/>
          <c:w val="0.8619790609632938"/>
          <c:h val="0.770924698642109"/>
        </c:manualLayout>
      </c:layout>
      <c:barChart>
        <c:barDir val="col"/>
        <c:grouping val="clustered"/>
        <c:varyColors val="0"/>
        <c:ser>
          <c:idx val="4"/>
          <c:order val="3"/>
          <c:tx>
            <c:strRef>
              <c:f>MIS!$A$7</c:f>
              <c:strCache>
                <c:ptCount val="1"/>
                <c:pt idx="0">
                  <c:v>Monthly Plan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  <a:effectLst/>
          </c:spPr>
          <c:invertIfNegative val="0"/>
          <c:cat>
            <c:numRef>
              <c:f>MIS!$B$3:$N$3</c:f>
              <c:numCache>
                <c:formatCode>[$-409]mmm/yy;@</c:formatCode>
                <c:ptCount val="13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  <c:pt idx="6">
                  <c:v>46266</c:v>
                </c:pt>
                <c:pt idx="7">
                  <c:v>46296</c:v>
                </c:pt>
                <c:pt idx="8">
                  <c:v>46327</c:v>
                </c:pt>
                <c:pt idx="9">
                  <c:v>46357</c:v>
                </c:pt>
                <c:pt idx="10">
                  <c:v>46388</c:v>
                </c:pt>
                <c:pt idx="11">
                  <c:v>46419</c:v>
                </c:pt>
                <c:pt idx="12">
                  <c:v>46447</c:v>
                </c:pt>
              </c:numCache>
              <c:extLst/>
            </c:numRef>
          </c:cat>
          <c:val>
            <c:numRef>
              <c:f>MIS!$B$7:$N$7</c:f>
              <c:numCache>
                <c:formatCode>0%</c:formatCode>
                <c:ptCount val="13"/>
                <c:pt idx="0">
                  <c:v>0.37367507760532143</c:v>
                </c:pt>
                <c:pt idx="1">
                  <c:v>0.14990767184035486</c:v>
                </c:pt>
                <c:pt idx="2">
                  <c:v>9.1623796008869163E-2</c:v>
                </c:pt>
                <c:pt idx="3">
                  <c:v>4.8605000000000009E-2</c:v>
                </c:pt>
                <c:pt idx="4">
                  <c:v>4.2895454545454514E-2</c:v>
                </c:pt>
                <c:pt idx="5">
                  <c:v>2.5327272727272643E-2</c:v>
                </c:pt>
                <c:pt idx="6">
                  <c:v>1.3363636363636466E-2</c:v>
                </c:pt>
                <c:pt idx="7">
                  <c:v>0</c:v>
                </c:pt>
                <c:pt idx="8">
                  <c:v>0</c:v>
                </c:pt>
                <c:pt idx="9">
                  <c:v>2.7293000000000012E-2</c:v>
                </c:pt>
                <c:pt idx="10">
                  <c:v>6.3849545454545353E-2</c:v>
                </c:pt>
                <c:pt idx="11">
                  <c:v>0.1078318181818182</c:v>
                </c:pt>
                <c:pt idx="12">
                  <c:v>5.5627727272727245E-2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E16-4B32-96DF-3691029483CB}"/>
            </c:ext>
          </c:extLst>
        </c:ser>
        <c:ser>
          <c:idx val="5"/>
          <c:order val="4"/>
          <c:tx>
            <c:strRef>
              <c:f>MIS!$A$8</c:f>
              <c:strCache>
                <c:ptCount val="1"/>
                <c:pt idx="0">
                  <c:v>Monthly Actual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numRef>
              <c:f>MIS!$B$3:$N$3</c:f>
              <c:numCache>
                <c:formatCode>[$-409]mmm/yy;@</c:formatCode>
                <c:ptCount val="13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  <c:pt idx="6">
                  <c:v>46266</c:v>
                </c:pt>
                <c:pt idx="7">
                  <c:v>46296</c:v>
                </c:pt>
                <c:pt idx="8">
                  <c:v>46327</c:v>
                </c:pt>
                <c:pt idx="9">
                  <c:v>46357</c:v>
                </c:pt>
                <c:pt idx="10">
                  <c:v>46388</c:v>
                </c:pt>
                <c:pt idx="11">
                  <c:v>46419</c:v>
                </c:pt>
                <c:pt idx="12">
                  <c:v>46447</c:v>
                </c:pt>
              </c:numCache>
              <c:extLst/>
            </c:numRef>
          </c:cat>
          <c:val>
            <c:numRef>
              <c:f>MIS!$B$8:$N$8</c:f>
              <c:numCache>
                <c:formatCode>0%</c:formatCode>
                <c:ptCount val="13"/>
                <c:pt idx="0">
                  <c:v>0.35861904656319288</c:v>
                </c:pt>
                <c:pt idx="1">
                  <c:v>0.12253709090909098</c:v>
                </c:pt>
                <c:pt idx="2">
                  <c:v>6.9722359201773887E-2</c:v>
                </c:pt>
                <c:pt idx="3">
                  <c:v>8.2463857871396873E-2</c:v>
                </c:pt>
                <c:pt idx="4">
                  <c:v>5.7996545454545467E-2</c:v>
                </c:pt>
                <c:pt idx="5">
                  <c:v>2.6149999999999896E-2</c:v>
                </c:pt>
                <c:pt idx="6">
                  <c:v>1.8181818181828291E-4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6E16-4B32-96DF-3691029483CB}"/>
            </c:ext>
          </c:extLst>
        </c:ser>
        <c:ser>
          <c:idx val="6"/>
          <c:order val="5"/>
          <c:tx>
            <c:strRef>
              <c:f>MIS!$A$9</c:f>
              <c:strCache>
                <c:ptCount val="1"/>
                <c:pt idx="0">
                  <c:v>Monthly Forecast Plan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MIS!$B$3:$N$3</c:f>
              <c:numCache>
                <c:formatCode>[$-409]mmm/yy;@</c:formatCode>
                <c:ptCount val="13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  <c:pt idx="6">
                  <c:v>46266</c:v>
                </c:pt>
                <c:pt idx="7">
                  <c:v>46296</c:v>
                </c:pt>
                <c:pt idx="8">
                  <c:v>46327</c:v>
                </c:pt>
                <c:pt idx="9">
                  <c:v>46357</c:v>
                </c:pt>
                <c:pt idx="10">
                  <c:v>46388</c:v>
                </c:pt>
                <c:pt idx="11">
                  <c:v>46419</c:v>
                </c:pt>
                <c:pt idx="12">
                  <c:v>46447</c:v>
                </c:pt>
              </c:numCache>
              <c:extLst/>
            </c:numRef>
          </c:cat>
          <c:val>
            <c:numRef>
              <c:f>MIS!$B$9:$N$9</c:f>
              <c:extLst/>
            </c:numRef>
          </c:val>
          <c:extLst>
            <c:ext xmlns:c16="http://schemas.microsoft.com/office/drawing/2014/chart" uri="{C3380CC4-5D6E-409C-BE32-E72D297353CC}">
              <c16:uniqueId val="{00000002-6E16-4B32-96DF-3691029483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90474672"/>
        <c:axId val="590453456"/>
      </c:barChart>
      <c:lineChart>
        <c:grouping val="standard"/>
        <c:varyColors val="0"/>
        <c:ser>
          <c:idx val="1"/>
          <c:order val="0"/>
          <c:tx>
            <c:strRef>
              <c:f>MIS!$A$4</c:f>
              <c:strCache>
                <c:ptCount val="1"/>
                <c:pt idx="0">
                  <c:v>Cummulative Plan</c:v>
                </c:pt>
              </c:strCache>
            </c:strRef>
          </c:tx>
          <c:spPr>
            <a:ln w="28575" cap="rnd">
              <a:solidFill>
                <a:srgbClr val="8064A2"/>
              </a:solidFill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0"/>
                  <c:y val="-3.4088639768433494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ysClr val="windowText" lastClr="000000">
                      <a:lumMod val="25000"/>
                      <a:lumOff val="75000"/>
                    </a:sys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Adani Regular" panose="02000503000000020004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6E16-4B32-96DF-3691029483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MIS!$B$3:$N$3</c:f>
              <c:numCache>
                <c:formatCode>[$-409]mmm/yy;@</c:formatCode>
                <c:ptCount val="13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  <c:pt idx="6">
                  <c:v>46266</c:v>
                </c:pt>
                <c:pt idx="7">
                  <c:v>46296</c:v>
                </c:pt>
                <c:pt idx="8">
                  <c:v>46327</c:v>
                </c:pt>
                <c:pt idx="9">
                  <c:v>46357</c:v>
                </c:pt>
                <c:pt idx="10">
                  <c:v>46388</c:v>
                </c:pt>
                <c:pt idx="11">
                  <c:v>46419</c:v>
                </c:pt>
                <c:pt idx="12">
                  <c:v>46447</c:v>
                </c:pt>
              </c:numCache>
              <c:extLst/>
            </c:numRef>
          </c:cat>
          <c:val>
            <c:numRef>
              <c:f>MIS!$B$4:$N$4</c:f>
              <c:numCache>
                <c:formatCode>0%</c:formatCode>
                <c:ptCount val="13"/>
                <c:pt idx="0">
                  <c:v>0.37367507760532143</c:v>
                </c:pt>
                <c:pt idx="1">
                  <c:v>0.52358274944567629</c:v>
                </c:pt>
                <c:pt idx="2">
                  <c:v>0.61520654545454545</c:v>
                </c:pt>
                <c:pt idx="3">
                  <c:v>0.66381154545454546</c:v>
                </c:pt>
                <c:pt idx="4">
                  <c:v>0.70670699999999997</c:v>
                </c:pt>
                <c:pt idx="5">
                  <c:v>0.73203427272727262</c:v>
                </c:pt>
                <c:pt idx="6">
                  <c:v>0.74539790909090908</c:v>
                </c:pt>
                <c:pt idx="7">
                  <c:v>0.74539790909090908</c:v>
                </c:pt>
                <c:pt idx="8">
                  <c:v>0.74539790909090908</c:v>
                </c:pt>
                <c:pt idx="9">
                  <c:v>0.77269090909090909</c:v>
                </c:pt>
                <c:pt idx="10">
                  <c:v>0.83654045454545445</c:v>
                </c:pt>
                <c:pt idx="11">
                  <c:v>0.94437227272727264</c:v>
                </c:pt>
                <c:pt idx="12">
                  <c:v>0.99999999999999989</c:v>
                </c:pt>
              </c:numCache>
              <c:extLst/>
            </c:numRef>
          </c:val>
          <c:smooth val="1"/>
          <c:extLst>
            <c:ext xmlns:c16="http://schemas.microsoft.com/office/drawing/2014/chart" uri="{C3380CC4-5D6E-409C-BE32-E72D297353CC}">
              <c16:uniqueId val="{00000004-6E16-4B32-96DF-3691029483CB}"/>
            </c:ext>
          </c:extLst>
        </c:ser>
        <c:ser>
          <c:idx val="3"/>
          <c:order val="1"/>
          <c:tx>
            <c:strRef>
              <c:f>MIS!$A$5</c:f>
              <c:strCache>
                <c:ptCount val="1"/>
                <c:pt idx="0">
                  <c:v>Cummulative Actual</c:v>
                </c:pt>
              </c:strCache>
            </c:strRef>
          </c:tx>
          <c:spPr>
            <a:ln w="28575" cap="rnd">
              <a:solidFill>
                <a:srgbClr val="4BACC6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-2.8889060925816304E-3"/>
                  <c:y val="2.9543487799308953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ysClr val="windowText" lastClr="000000">
                      <a:lumMod val="25000"/>
                      <a:lumOff val="75000"/>
                    </a:sys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Adani Regular" panose="02000503000000020004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6E16-4B32-96DF-3691029483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MIS!$B$3:$N$3</c:f>
              <c:numCache>
                <c:formatCode>[$-409]mmm/yy;@</c:formatCode>
                <c:ptCount val="13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  <c:pt idx="6">
                  <c:v>46266</c:v>
                </c:pt>
                <c:pt idx="7">
                  <c:v>46296</c:v>
                </c:pt>
                <c:pt idx="8">
                  <c:v>46327</c:v>
                </c:pt>
                <c:pt idx="9">
                  <c:v>46357</c:v>
                </c:pt>
                <c:pt idx="10">
                  <c:v>46388</c:v>
                </c:pt>
                <c:pt idx="11">
                  <c:v>46419</c:v>
                </c:pt>
                <c:pt idx="12">
                  <c:v>46447</c:v>
                </c:pt>
              </c:numCache>
              <c:extLst/>
            </c:numRef>
          </c:cat>
          <c:val>
            <c:numRef>
              <c:f>MIS!$B$5:$G$5</c:f>
              <c:numCache>
                <c:formatCode>0%</c:formatCode>
                <c:ptCount val="6"/>
                <c:pt idx="0">
                  <c:v>0.35861904656319288</c:v>
                </c:pt>
                <c:pt idx="1">
                  <c:v>0.48115613747228386</c:v>
                </c:pt>
                <c:pt idx="2">
                  <c:v>0.55087849667405775</c:v>
                </c:pt>
                <c:pt idx="3">
                  <c:v>0.63334235454545462</c:v>
                </c:pt>
                <c:pt idx="4">
                  <c:v>0.69133890000000009</c:v>
                </c:pt>
                <c:pt idx="5">
                  <c:v>0.71748889999999999</c:v>
                </c:pt>
              </c:numCache>
              <c:extLst/>
            </c:numRef>
          </c:val>
          <c:smooth val="1"/>
          <c:extLst>
            <c:ext xmlns:c16="http://schemas.microsoft.com/office/drawing/2014/chart" uri="{C3380CC4-5D6E-409C-BE32-E72D297353CC}">
              <c16:uniqueId val="{00000006-6E16-4B32-96DF-3691029483CB}"/>
            </c:ext>
          </c:extLst>
        </c:ser>
        <c:ser>
          <c:idx val="2"/>
          <c:order val="2"/>
          <c:tx>
            <c:strRef>
              <c:f>MIS!$A$6</c:f>
              <c:strCache>
                <c:ptCount val="1"/>
                <c:pt idx="0">
                  <c:v>Cummulative Forecast Plan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MIS!$B$3:$N$3</c:f>
              <c:numCache>
                <c:formatCode>[$-409]mmm/yy;@</c:formatCode>
                <c:ptCount val="13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  <c:pt idx="6">
                  <c:v>46266</c:v>
                </c:pt>
                <c:pt idx="7">
                  <c:v>46296</c:v>
                </c:pt>
                <c:pt idx="8">
                  <c:v>46327</c:v>
                </c:pt>
                <c:pt idx="9">
                  <c:v>46357</c:v>
                </c:pt>
                <c:pt idx="10">
                  <c:v>46388</c:v>
                </c:pt>
                <c:pt idx="11">
                  <c:v>46419</c:v>
                </c:pt>
                <c:pt idx="12">
                  <c:v>46447</c:v>
                </c:pt>
              </c:numCache>
              <c:extLst/>
            </c:numRef>
          </c:cat>
          <c:val>
            <c:numRef>
              <c:f>MIS!$B$6:$N$6</c:f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7-6E16-4B32-96DF-3691029483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6212624"/>
        <c:axId val="2066193072"/>
      </c:lineChart>
      <c:dateAx>
        <c:axId val="590474672"/>
        <c:scaling>
          <c:orientation val="minMax"/>
          <c:max val="46447"/>
          <c:min val="46113"/>
        </c:scaling>
        <c:delete val="0"/>
        <c:axPos val="b"/>
        <c:numFmt formatCode="[$-409]mmm/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590453456"/>
        <c:crosses val="autoZero"/>
        <c:auto val="1"/>
        <c:lblOffset val="100"/>
        <c:baseTimeUnit val="months"/>
      </c:dateAx>
      <c:valAx>
        <c:axId val="590453456"/>
        <c:scaling>
          <c:orientation val="minMax"/>
          <c:max val="0.23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590474672"/>
        <c:crosses val="autoZero"/>
        <c:crossBetween val="between"/>
      </c:valAx>
      <c:valAx>
        <c:axId val="2066193072"/>
        <c:scaling>
          <c:orientation val="minMax"/>
          <c:max val="1.150000000000000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2066212624"/>
        <c:crosses val="max"/>
        <c:crossBetween val="between"/>
      </c:valAx>
      <c:dateAx>
        <c:axId val="2066212624"/>
        <c:scaling>
          <c:orientation val="minMax"/>
          <c:min val="45170"/>
        </c:scaling>
        <c:delete val="1"/>
        <c:axPos val="t"/>
        <c:numFmt formatCode="[$-409]mmm/yy;@" sourceLinked="1"/>
        <c:majorTickMark val="out"/>
        <c:minorTickMark val="none"/>
        <c:tickLblPos val="nextTo"/>
        <c:crossAx val="2066193072"/>
        <c:crosses val="max"/>
        <c:auto val="1"/>
        <c:lblOffset val="100"/>
        <c:baseTimeUnit val="months"/>
      </c:date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</c:dTable>
      <c:spPr>
        <a:solidFill>
          <a:sysClr val="window" lastClr="FFFFFF"/>
        </a:solidFill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  <c:extLst/>
  </c:chart>
  <c:spPr>
    <a:solidFill>
      <a:sysClr val="window" lastClr="FFFFFF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sz="800">
          <a:latin typeface="Adani Regular" panose="02000503000000020004" pitchFamily="2" charset="0"/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9721851594842109E-2"/>
          <c:y val="3.3390309058923179E-2"/>
          <c:w val="0.94029620208501108"/>
          <c:h val="0.7649345139549489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'Overall- Khavda'!$D$5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smCheck">
                <a:fgClr>
                  <a:srgbClr val="E97132">
                    <a:lumMod val="75000"/>
                  </a:srgbClr>
                </a:fgClr>
                <a:bgClr>
                  <a:prstClr val="white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C-3998-475A-BF6A-4B068CD020E4}"/>
              </c:ext>
            </c:extLst>
          </c:dPt>
          <c:dPt>
            <c:idx val="3"/>
            <c:invertIfNegative val="0"/>
            <c:bubble3D val="0"/>
            <c:spPr>
              <a:pattFill prst="smCheck">
                <a:fgClr>
                  <a:srgbClr val="E97132">
                    <a:lumMod val="75000"/>
                  </a:srgbClr>
                </a:fgClr>
                <a:bgClr>
                  <a:prstClr val="white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E-3998-475A-BF6A-4B068CD020E4}"/>
              </c:ext>
            </c:extLst>
          </c:dPt>
          <c:dPt>
            <c:idx val="5"/>
            <c:invertIfNegative val="0"/>
            <c:bubble3D val="0"/>
            <c:spPr>
              <a:pattFill prst="smCheck">
                <a:fgClr>
                  <a:srgbClr val="E97132">
                    <a:lumMod val="75000"/>
                  </a:srgbClr>
                </a:fgClr>
                <a:bgClr>
                  <a:prstClr val="white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0-3998-475A-BF6A-4B068CD020E4}"/>
              </c:ext>
            </c:extLst>
          </c:dPt>
          <c:dPt>
            <c:idx val="7"/>
            <c:invertIfNegative val="0"/>
            <c:bubble3D val="0"/>
            <c:spPr>
              <a:pattFill prst="smCheck">
                <a:fgClr>
                  <a:srgbClr val="E97132">
                    <a:lumMod val="75000"/>
                  </a:srgbClr>
                </a:fgClr>
                <a:bgClr>
                  <a:prstClr val="white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2-3998-475A-BF6A-4B068CD020E4}"/>
              </c:ext>
            </c:extLst>
          </c:dPt>
          <c:dPt>
            <c:idx val="9"/>
            <c:invertIfNegative val="0"/>
            <c:bubble3D val="0"/>
            <c:spPr>
              <a:pattFill prst="smCheck">
                <a:fgClr>
                  <a:srgbClr val="E97132">
                    <a:lumMod val="75000"/>
                  </a:srgbClr>
                </a:fgClr>
                <a:bgClr>
                  <a:prstClr val="white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4-3998-475A-BF6A-4B068CD020E4}"/>
              </c:ext>
            </c:extLst>
          </c:dPt>
          <c:dPt>
            <c:idx val="10"/>
            <c:invertIfNegative val="0"/>
            <c:bubble3D val="0"/>
            <c:spPr>
              <a:pattFill prst="ltUpDiag">
                <a:fgClr>
                  <a:srgbClr val="E97132"/>
                </a:fgClr>
                <a:bgClr>
                  <a:sysClr val="window" lastClr="FFFFFF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6-3998-475A-BF6A-4B068CD020E4}"/>
              </c:ext>
            </c:extLst>
          </c:dPt>
          <c:dPt>
            <c:idx val="12"/>
            <c:invertIfNegative val="0"/>
            <c:bubble3D val="0"/>
            <c:spPr>
              <a:pattFill prst="ltUpDiag">
                <a:fgClr>
                  <a:srgbClr val="E97132">
                    <a:lumMod val="75000"/>
                  </a:srgbClr>
                </a:fgClr>
                <a:bgClr>
                  <a:prstClr val="white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8-3998-475A-BF6A-4B068CD020E4}"/>
              </c:ext>
            </c:extLst>
          </c:dPt>
          <c:dPt>
            <c:idx val="14"/>
            <c:invertIfNegative val="0"/>
            <c:bubble3D val="0"/>
            <c:spPr>
              <a:pattFill prst="ltUpDiag">
                <a:fgClr>
                  <a:srgbClr val="E97132">
                    <a:lumMod val="75000"/>
                  </a:srgbClr>
                </a:fgClr>
                <a:bgClr>
                  <a:prstClr val="white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A-3998-475A-BF6A-4B068CD020E4}"/>
              </c:ext>
            </c:extLst>
          </c:dPt>
          <c:dPt>
            <c:idx val="16"/>
            <c:invertIfNegative val="0"/>
            <c:bubble3D val="0"/>
            <c:spPr>
              <a:pattFill prst="ltUpDiag">
                <a:fgClr>
                  <a:srgbClr val="E97132">
                    <a:lumMod val="75000"/>
                  </a:srgbClr>
                </a:fgClr>
                <a:bgClr>
                  <a:prstClr val="white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C-3998-475A-BF6A-4B068CD020E4}"/>
              </c:ext>
            </c:extLst>
          </c:dPt>
          <c:dPt>
            <c:idx val="18"/>
            <c:invertIfNegative val="0"/>
            <c:bubble3D val="0"/>
            <c:spPr>
              <a:pattFill prst="smCheck">
                <a:fgClr>
                  <a:srgbClr val="E97132">
                    <a:lumMod val="75000"/>
                  </a:srgbClr>
                </a:fgClr>
                <a:bgClr>
                  <a:prstClr val="white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E-3998-475A-BF6A-4B068CD020E4}"/>
              </c:ext>
            </c:extLst>
          </c:dPt>
          <c:dPt>
            <c:idx val="20"/>
            <c:invertIfNegative val="0"/>
            <c:bubble3D val="0"/>
            <c:spPr>
              <a:pattFill prst="smCheck">
                <a:fgClr>
                  <a:srgbClr val="E97132"/>
                </a:fgClr>
                <a:bgClr>
                  <a:sysClr val="window" lastClr="FFFFFF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0-3998-475A-BF6A-4B068CD020E4}"/>
              </c:ext>
            </c:extLst>
          </c:dPt>
          <c:dPt>
            <c:idx val="22"/>
            <c:invertIfNegative val="0"/>
            <c:bubble3D val="0"/>
            <c:spPr>
              <a:pattFill prst="smCheck">
                <a:fgClr>
                  <a:srgbClr val="E97132"/>
                </a:fgClr>
                <a:bgClr>
                  <a:sysClr val="window" lastClr="FFFFFF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2-3998-475A-BF6A-4B068CD020E4}"/>
              </c:ext>
            </c:extLst>
          </c:dPt>
          <c:dPt>
            <c:idx val="24"/>
            <c:invertIfNegative val="0"/>
            <c:bubble3D val="0"/>
            <c:spPr>
              <a:pattFill prst="smCheck">
                <a:fgClr>
                  <a:srgbClr val="E97132"/>
                </a:fgClr>
                <a:bgClr>
                  <a:sysClr val="window" lastClr="FFFFFF"/>
                </a:bgClr>
              </a:patt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4-3998-475A-BF6A-4B068CD020E4}"/>
              </c:ext>
            </c:extLst>
          </c:dPt>
          <c:dLbls>
            <c:numFmt formatCode="#,##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1"/>
            <c:showCatName val="0"/>
            <c:showSerName val="0"/>
          </c:dLbls>
          <c:cat>
            <c:multiLvlStrRef>
              <c:f>'Overall- Khavda'!$E$2:$AJ$3</c:f>
              <c:multiLvlStrCache>
                <c:ptCount val="25"/>
                <c:lvl>
                  <c:pt idx="0">
                    <c:v>Plan</c:v>
                  </c:pt>
                  <c:pt idx="1">
                    <c:v>Actual</c:v>
                  </c:pt>
                  <c:pt idx="2">
                    <c:v>Plan</c:v>
                  </c:pt>
                  <c:pt idx="3">
                    <c:v>Actual</c:v>
                  </c:pt>
                  <c:pt idx="4">
                    <c:v>Plan</c:v>
                  </c:pt>
                  <c:pt idx="5">
                    <c:v>Actual</c:v>
                  </c:pt>
                  <c:pt idx="6">
                    <c:v>Plan</c:v>
                  </c:pt>
                  <c:pt idx="7">
                    <c:v>Actual</c:v>
                  </c:pt>
                  <c:pt idx="8">
                    <c:v>Plan</c:v>
                  </c:pt>
                  <c:pt idx="9">
                    <c:v>Actual</c:v>
                  </c:pt>
                  <c:pt idx="10">
                    <c:v>Forecast</c:v>
                  </c:pt>
                  <c:pt idx="11">
                    <c:v>Plan</c:v>
                  </c:pt>
                  <c:pt idx="12">
                    <c:v>Forecast</c:v>
                  </c:pt>
                  <c:pt idx="13">
                    <c:v>Plan</c:v>
                  </c:pt>
                  <c:pt idx="14">
                    <c:v>Forecast</c:v>
                  </c:pt>
                  <c:pt idx="15">
                    <c:v>Plan</c:v>
                  </c:pt>
                  <c:pt idx="16">
                    <c:v>Forecast</c:v>
                  </c:pt>
                  <c:pt idx="17">
                    <c:v>Plan</c:v>
                  </c:pt>
                  <c:pt idx="18">
                    <c:v>Actual</c:v>
                  </c:pt>
                  <c:pt idx="19">
                    <c:v>Plan</c:v>
                  </c:pt>
                  <c:pt idx="20">
                    <c:v>Actual</c:v>
                  </c:pt>
                  <c:pt idx="21">
                    <c:v>Plan</c:v>
                  </c:pt>
                  <c:pt idx="22">
                    <c:v>Actual</c:v>
                  </c:pt>
                  <c:pt idx="23">
                    <c:v>Plan</c:v>
                  </c:pt>
                  <c:pt idx="24">
                    <c:v>Actual</c:v>
                  </c:pt>
                </c:lvl>
                <c:lvl>
                  <c:pt idx="0">
                    <c:v>Apr-26</c:v>
                  </c:pt>
                  <c:pt idx="2">
                    <c:v>May-26</c:v>
                  </c:pt>
                  <c:pt idx="4">
                    <c:v>Jun-26</c:v>
                  </c:pt>
                  <c:pt idx="6">
                    <c:v>Jul-26</c:v>
                  </c:pt>
                  <c:pt idx="8">
                    <c:v>Aug-26</c:v>
                  </c:pt>
                  <c:pt idx="11">
                    <c:v>Sep-26</c:v>
                  </c:pt>
                  <c:pt idx="13">
                    <c:v>Oct-26</c:v>
                  </c:pt>
                  <c:pt idx="15">
                    <c:v>Nov-26</c:v>
                  </c:pt>
                  <c:pt idx="17">
                    <c:v>Dec-26</c:v>
                  </c:pt>
                  <c:pt idx="19">
                    <c:v>Jan-27</c:v>
                  </c:pt>
                  <c:pt idx="21">
                    <c:v>Feb-27</c:v>
                  </c:pt>
                  <c:pt idx="23">
                    <c:v>Mar-27</c:v>
                  </c:pt>
                </c:lvl>
              </c:multiLvlStrCache>
            </c:multiLvlStrRef>
          </c:cat>
          <c:val>
            <c:numRef>
              <c:f>'Overall- Khavda'!$E$5:$AC$5</c:f>
              <c:numCache>
                <c:formatCode>_ * #,##0_ ;_ * \-#,##0_ ;_ * "-"??_ ;_ @_ </c:formatCode>
                <c:ptCount val="25"/>
                <c:pt idx="0" formatCode="0">
                  <c:v>1733</c:v>
                </c:pt>
                <c:pt idx="1">
                  <c:v>1387</c:v>
                </c:pt>
                <c:pt idx="2" formatCode="0">
                  <c:v>1593</c:v>
                </c:pt>
                <c:pt idx="3">
                  <c:v>1319</c:v>
                </c:pt>
                <c:pt idx="4" formatCode="0">
                  <c:v>1444</c:v>
                </c:pt>
                <c:pt idx="5">
                  <c:v>1347</c:v>
                </c:pt>
                <c:pt idx="6" formatCode="0">
                  <c:v>1309</c:v>
                </c:pt>
                <c:pt idx="7" formatCode="0">
                  <c:v>1189</c:v>
                </c:pt>
                <c:pt idx="8" formatCode="0">
                  <c:v>836</c:v>
                </c:pt>
                <c:pt idx="9" formatCode="0">
                  <c:v>870</c:v>
                </c:pt>
                <c:pt idx="10" formatCode="0">
                  <c:v>836</c:v>
                </c:pt>
                <c:pt idx="11" formatCode="0">
                  <c:v>346</c:v>
                </c:pt>
                <c:pt idx="12" formatCode="0">
                  <c:v>346</c:v>
                </c:pt>
                <c:pt idx="14" formatCode="0">
                  <c:v>210</c:v>
                </c:pt>
                <c:pt idx="16" formatCode="0">
                  <c:v>210</c:v>
                </c:pt>
                <c:pt idx="19" formatCode="0">
                  <c:v>546</c:v>
                </c:pt>
                <c:pt idx="21" formatCode="0">
                  <c:v>686</c:v>
                </c:pt>
                <c:pt idx="23" formatCode="0">
                  <c:v>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5-3998-475A-BF6A-4B068CD020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46981840"/>
        <c:axId val="1046978480"/>
      </c:barChart>
      <c:catAx>
        <c:axId val="1046981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046978480"/>
        <c:crosses val="autoZero"/>
        <c:auto val="1"/>
        <c:lblAlgn val="ctr"/>
        <c:lblOffset val="100"/>
        <c:noMultiLvlLbl val="0"/>
      </c:catAx>
      <c:valAx>
        <c:axId val="1046978480"/>
        <c:scaling>
          <c:orientation val="minMax"/>
          <c:min val="0"/>
        </c:scaling>
        <c:delete val="1"/>
        <c:axPos val="l"/>
        <c:majorGridlines>
          <c:spPr>
            <a:ln>
              <a:solidFill>
                <a:sysClr val="window" lastClr="FFFFFF">
                  <a:lumMod val="85000"/>
                </a:sysClr>
              </a:solidFill>
            </a:ln>
          </c:spPr>
        </c:majorGridlines>
        <c:numFmt formatCode="0" sourceLinked="1"/>
        <c:majorTickMark val="none"/>
        <c:minorTickMark val="none"/>
        <c:tickLblPos val="nextTo"/>
        <c:crossAx val="1046981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Adani Regular" panose="02000503000000020004" pitchFamily="2" charset="0"/>
        </a:defRPr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FC32EF-7F26-FBF5-A4DB-863788E1EB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12DA0-A275-7762-DFB4-275780D204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3A120-FA9F-4253-8750-ADEFC14124A8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AD6E7-5E67-2263-9B48-8C92DBC772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26CE1-A1EF-C59D-1EAF-966039A4B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A9303-E99E-4461-883B-BF5028EA1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8300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9" y="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09B9A-C4C1-4AD2-8C55-4EDBAF27EF72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2" y="4776790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9" y="942975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D3562-5CE4-49E3-A698-59ED55762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5750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983EE-5B72-0A42-9ABE-B7560AA5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8D8C6-8F24-9453-C860-6916C3026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B548A-00BD-366D-659D-33EF541D7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4A9302-2315-0CD6-A21C-5933D852F5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6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7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46ADF-DAE3-0BD7-3922-810B8618C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0F02A-C509-18BE-5CA4-4E6495633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E98D3-239A-A139-EA6A-9D618F4A7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99608-3BE8-A094-5BEC-86B04EF34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D287E-0E5C-35BD-1AC0-0D3B6B7385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667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9469-0EBB-A083-EC4E-E42F97012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CE6BA-BFB9-CFCC-4DB3-9C58FF754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D8F01-25DB-2486-15BC-0C28DDEA9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62FC8-6924-6432-EE48-6B4F05885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A0C43-FC9B-DAB2-40E6-F27E63CC9C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99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67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6A333-D969-11DC-94A1-AA33FC3A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75990-0113-20CA-A6C5-74F787B1B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92378-4A11-0167-3CE6-13BC8E0B9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9CD2D-2D20-CD8A-428A-73D5D0A32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0FCD0-4A1E-4F03-8F18-59FBC7C66F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21175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BAD34-B45B-407E-A1B8-52C038A48D05}" type="slidenum">
              <a:rPr lang="en-IN" smtClean="0"/>
              <a:t>35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2F6ED-A3B5-CDEC-18D8-CB141BEFC2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730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673-ED7E-D140-BEB7-45A5D7280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971" y="107818"/>
            <a:ext cx="11498943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>
              <a:def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defRPr>
            </a:lvl1pPr>
          </a:lstStyle>
          <a:p>
            <a:pPr marL="109192" lvl="0" defTabSz="911377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17888-9A6C-A7C3-9F88-C87B575D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0" y="655637"/>
            <a:ext cx="11498943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7030A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11FDC09-5BC8-B895-A291-B9A8024BBA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8969" y="1144132"/>
            <a:ext cx="11498943" cy="506186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5FF0D2-0874-80AB-5E01-138E3F2780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5D8627-D436-1E78-A822-A706D2C392D4}"/>
              </a:ext>
            </a:extLst>
          </p:cNvPr>
          <p:cNvSpPr txBox="1"/>
          <p:nvPr userDrawn="1"/>
        </p:nvSpPr>
        <p:spPr>
          <a:xfrm>
            <a:off x="11676153" y="642807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D8660E-D71A-5DE1-EB36-594448D56745}"/>
              </a:ext>
            </a:extLst>
          </p:cNvPr>
          <p:cNvCxnSpPr>
            <a:cxnSpLocks/>
          </p:cNvCxnSpPr>
          <p:nvPr userDrawn="1"/>
        </p:nvCxnSpPr>
        <p:spPr>
          <a:xfrm>
            <a:off x="418264" y="6342507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23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673-ED7E-D140-BEB7-45A5D7280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17888-9A6C-A7C3-9F88-C87B575D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658EF-EED0-CB11-E9B3-42115C23E6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76149A-A0E6-67A4-64F8-B9B59BDB469B}"/>
              </a:ext>
            </a:extLst>
          </p:cNvPr>
          <p:cNvSpPr txBox="1"/>
          <p:nvPr userDrawn="1"/>
        </p:nvSpPr>
        <p:spPr>
          <a:xfrm>
            <a:off x="11662298" y="642807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88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0D86267A-8FA6-4035-931E-6C1AAE83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771424"/>
            <a:ext cx="104040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algn="l" defTabSz="457206" rtl="0" eaLnBrk="1" latinLnBrk="0" hangingPunct="1">
              <a:defRPr lang="en-US" sz="2000" kern="1200" dirty="0">
                <a:solidFill>
                  <a:srgbClr val="912A82"/>
                </a:solidFill>
                <a:latin typeface="Adani Light" panose="02000503000000020004" pitchFamily="2" charset="0"/>
                <a:ea typeface="Adani" charset="0"/>
                <a:cs typeface="Adani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B1FEE5-F907-4692-A090-F903596527C5}"/>
              </a:ext>
            </a:extLst>
          </p:cNvPr>
          <p:cNvSpPr txBox="1"/>
          <p:nvPr userDrawn="1"/>
        </p:nvSpPr>
        <p:spPr>
          <a:xfrm>
            <a:off x="11703863" y="642807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CD51E0-8331-4503-B577-41B5C26DFEB3}"/>
              </a:ext>
            </a:extLst>
          </p:cNvPr>
          <p:cNvCxnSpPr>
            <a:cxnSpLocks/>
          </p:cNvCxnSpPr>
          <p:nvPr userDrawn="1"/>
        </p:nvCxnSpPr>
        <p:spPr>
          <a:xfrm>
            <a:off x="418264" y="6342507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309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2E75-2C4D-7223-28D9-149598A3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93" y="150920"/>
            <a:ext cx="8172635" cy="460498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C7EBF4-A5FC-5E6C-4D86-C7B87D7604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8B1E0-A6C5-4A01-86A0-BE5B8CAA4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09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5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000" y="518159"/>
            <a:ext cx="7076119" cy="5029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16000" y="561097"/>
            <a:ext cx="11160000" cy="0"/>
          </a:xfrm>
          <a:custGeom>
            <a:avLst/>
            <a:gdLst/>
            <a:ahLst/>
            <a:cxnLst/>
            <a:rect l="l" t="t" r="r" b="b"/>
            <a:pathLst>
              <a:path w="11376025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5D21C-D128-05A0-E723-2419FCDCC9D0}"/>
              </a:ext>
            </a:extLst>
          </p:cNvPr>
          <p:cNvCxnSpPr>
            <a:cxnSpLocks/>
          </p:cNvCxnSpPr>
          <p:nvPr userDrawn="1"/>
        </p:nvCxnSpPr>
        <p:spPr>
          <a:xfrm>
            <a:off x="516000" y="6342507"/>
            <a:ext cx="11412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8">
            <a:extLst>
              <a:ext uri="{FF2B5EF4-FFF2-40B4-BE49-F238E27FC236}">
                <a16:creationId xmlns:a16="http://schemas.microsoft.com/office/drawing/2014/main" id="{66FE04D8-B648-461C-B841-6C3CE38C22B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8291" y="163047"/>
            <a:ext cx="1051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lvl="0" indent="0" algn="l" defTabSz="911377" rtl="0" latinLnBrk="0"/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409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4798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2E60C1D-8229-FA0C-36AC-ECA4D03F91A5}"/>
              </a:ext>
            </a:extLst>
          </p:cNvPr>
          <p:cNvGrpSpPr/>
          <p:nvPr userDrawn="1"/>
        </p:nvGrpSpPr>
        <p:grpSpPr>
          <a:xfrm>
            <a:off x="590439" y="517436"/>
            <a:ext cx="11376000" cy="51953"/>
            <a:chOff x="521460" y="771510"/>
            <a:chExt cx="7921056" cy="47148"/>
          </a:xfrm>
        </p:grpSpPr>
        <p:pic>
          <p:nvPicPr>
            <p:cNvPr id="17" name="Picture 2" descr="D:\Corp Comm Department Work 2015\Brand Adani 2012\adani_gradient_master.jpg">
              <a:extLst>
                <a:ext uri="{FF2B5EF4-FFF2-40B4-BE49-F238E27FC236}">
                  <a16:creationId xmlns:a16="http://schemas.microsoft.com/office/drawing/2014/main" id="{6A70796F-80D4-567A-E9DA-429F9BF73A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60" y="771510"/>
              <a:ext cx="5022060" cy="45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87F551D-327A-450F-2D48-6D3CB54AF51F}"/>
                </a:ext>
              </a:extLst>
            </p:cNvPr>
            <p:cNvCxnSpPr/>
            <p:nvPr/>
          </p:nvCxnSpPr>
          <p:spPr>
            <a:xfrm>
              <a:off x="521460" y="818658"/>
              <a:ext cx="7921056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569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85" r:id="rId4"/>
    <p:sldLayoutId id="2147483687" r:id="rId5"/>
    <p:sldLayoutId id="2147483688" r:id="rId6"/>
    <p:sldLayoutId id="214748368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dani Regular" panose="0200050300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1.bin"/><Relationship Id="rId6" Type="http://schemas.openxmlformats.org/officeDocument/2006/relationships/image" Target="../media/image7.emf"/><Relationship Id="rId7" Type="http://schemas.openxmlformats.org/officeDocument/2006/relationships/chart" Target="../charts/char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emf"/><Relationship Id="rId4" Type="http://schemas.openxmlformats.org/officeDocument/2006/relationships/chart" Target="../charts/char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em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em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sitting at a table&#10;&#10;Description generated with high confidence">
            <a:extLst>
              <a:ext uri="{FF2B5EF4-FFF2-40B4-BE49-F238E27FC236}">
                <a16:creationId xmlns:a16="http://schemas.microsoft.com/office/drawing/2014/main" id="{CD68E4D1-9FF4-C415-9C36-ACED6C1C9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2"/>
            <a:ext cx="12192718" cy="6857598"/>
          </a:xfrm>
          <a:prstGeom prst="rect">
            <a:avLst/>
          </a:prstGeom>
        </p:spPr>
      </p:pic>
      <p:pic>
        <p:nvPicPr>
          <p:cNvPr id="5" name="Picture 3" descr="D:\Logos 2018\Adani logo\PNG\Adani logo _Original.png">
            <a:extLst>
              <a:ext uri="{FF2B5EF4-FFF2-40B4-BE49-F238E27FC236}">
                <a16:creationId xmlns:a16="http://schemas.microsoft.com/office/drawing/2014/main" id="{0B52E213-219B-BE62-210F-7D3C953EC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88" y="48778"/>
            <a:ext cx="2496474" cy="144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:\Corp Comm Department Work 2015\Brand Adani 2012\adani_gradient_master.jpg">
            <a:extLst>
              <a:ext uri="{FF2B5EF4-FFF2-40B4-BE49-F238E27FC236}">
                <a16:creationId xmlns:a16="http://schemas.microsoft.com/office/drawing/2014/main" id="{13ACB4F0-A80D-A028-2E06-928C7BD25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897" y="1311582"/>
            <a:ext cx="502206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0E2271-56F6-9272-7B94-4FDE5F4C6155}"/>
              </a:ext>
            </a:extLst>
          </p:cNvPr>
          <p:cNvSpPr txBox="1"/>
          <p:nvPr/>
        </p:nvSpPr>
        <p:spPr>
          <a:xfrm>
            <a:off x="6863721" y="771874"/>
            <a:ext cx="510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Adani Regular" panose="02000503000000020004" pitchFamily="2" charset="0"/>
              </a:rPr>
              <a:t>CPAG – Energy Cluster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8B459-F60D-9532-01A3-FBCDA45E76D7}"/>
              </a:ext>
            </a:extLst>
          </p:cNvPr>
          <p:cNvSpPr txBox="1"/>
          <p:nvPr/>
        </p:nvSpPr>
        <p:spPr>
          <a:xfrm>
            <a:off x="6875897" y="1391100"/>
            <a:ext cx="4724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Adani Regular" panose="02000503000000020004" pitchFamily="2" charset="0"/>
              </a:rPr>
              <a:t>Adani Green Energy Ltd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FA834-7D73-60FF-8F4B-3D8C8B4EADA1}"/>
              </a:ext>
            </a:extLst>
          </p:cNvPr>
          <p:cNvSpPr txBox="1"/>
          <p:nvPr/>
        </p:nvSpPr>
        <p:spPr>
          <a:xfrm>
            <a:off x="9400097" y="1383391"/>
            <a:ext cx="2496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>
                <a:latin typeface="Adani Regular" panose="02000503000000020004" pitchFamily="2" charset="0"/>
              </a:rPr>
              <a:t>Aug-26</a:t>
            </a:r>
          </a:p>
        </p:txBody>
      </p:sp>
    </p:spTree>
    <p:extLst>
      <p:ext uri="{BB962C8B-B14F-4D97-AF65-F5344CB8AC3E}">
        <p14:creationId xmlns:p14="http://schemas.microsoft.com/office/powerpoint/2010/main" val="116047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2F2549D-E6B1-2A5E-CF9D-9E55B7135E74}"/>
              </a:ext>
            </a:extLst>
          </p:cNvPr>
          <p:cNvSpPr txBox="1">
            <a:spLocks/>
          </p:cNvSpPr>
          <p:nvPr/>
        </p:nvSpPr>
        <p:spPr>
          <a:xfrm>
            <a:off x="310665" y="19604"/>
            <a:ext cx="11600267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</a:lstStyle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79B8A0-93B0-4F3C-1836-361A58C2AE3C}"/>
              </a:ext>
            </a:extLst>
          </p:cNvPr>
          <p:cNvSpPr txBox="1"/>
          <p:nvPr/>
        </p:nvSpPr>
        <p:spPr>
          <a:xfrm flipH="1">
            <a:off x="565182" y="674400"/>
            <a:ext cx="1134575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7030A0"/>
                </a:solidFill>
                <a:latin typeface="Adani Regular" panose="02000503000000020004" pitchFamily="2" charset="0"/>
              </a:rPr>
              <a:t>Executive Summary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7030A0"/>
                </a:solidFill>
                <a:latin typeface="Adani Regular" panose="02000503000000020004" pitchFamily="2" charset="0"/>
              </a:rPr>
              <a:t>Project Wise Update</a:t>
            </a:r>
          </a:p>
          <a:p>
            <a:pPr marL="285750" lvl="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7030A0"/>
                </a:solidFill>
                <a:latin typeface="Adani Regular" panose="02000503000000020004" pitchFamily="2" charset="0"/>
              </a:rPr>
              <a:t>Khavda Wind Ph – IV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Adani Regular" panose="02000503000000020004" pitchFamily="2" charset="0"/>
              </a:rPr>
              <a:t>Project Information &amp; Salient Features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Adani Regular" panose="02000503000000020004" pitchFamily="2" charset="0"/>
              </a:rPr>
              <a:t>Progress Update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Adani Regular" panose="02000503000000020004" pitchFamily="2" charset="0"/>
              </a:rPr>
              <a:t>Major Milestone- Next 3 Months</a:t>
            </a:r>
          </a:p>
          <a:p>
            <a:pPr marL="1200150" lvl="7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Adani Regular" panose="02000503000000020004" pitchFamily="2" charset="0"/>
              </a:rPr>
              <a:t>Major Critical Issues</a:t>
            </a:r>
          </a:p>
        </p:txBody>
      </p:sp>
    </p:spTree>
    <p:extLst>
      <p:ext uri="{BB962C8B-B14F-4D97-AF65-F5344CB8AC3E}">
        <p14:creationId xmlns:p14="http://schemas.microsoft.com/office/powerpoint/2010/main" val="150386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2F2549D-E6B1-2A5E-CF9D-9E55B7135E74}"/>
              </a:ext>
            </a:extLst>
          </p:cNvPr>
          <p:cNvSpPr txBox="1">
            <a:spLocks/>
          </p:cNvSpPr>
          <p:nvPr/>
        </p:nvSpPr>
        <p:spPr>
          <a:xfrm>
            <a:off x="343491" y="98572"/>
            <a:ext cx="11600267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</a:lstStyle>
          <a:p>
            <a:pPr marL="109192" marR="0" lvl="0" indent="0" algn="l" defTabSz="911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Executive Summary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9735">
                    <a:srgbClr val="44546A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ffectLst/>
              <a:uLnTx/>
              <a:uFillTx/>
              <a:latin typeface="Adani Regular" panose="02000503000000020004" pitchFamily="2" charset="0"/>
              <a:ea typeface="+mj-ea"/>
              <a:cs typeface="+mj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7884D0-27D2-932F-9C20-A467221E5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06633"/>
              </p:ext>
            </p:extLst>
          </p:nvPr>
        </p:nvGraphicFramePr>
        <p:xfrm>
          <a:off x="587813" y="627796"/>
          <a:ext cx="11375592" cy="2280588"/>
        </p:xfrm>
        <a:graphic>
          <a:graphicData uri="http://schemas.openxmlformats.org/drawingml/2006/table">
            <a:tbl>
              <a:tblPr firstRow="1" bandRow="1"/>
              <a:tblGrid>
                <a:gridCol w="327621">
                  <a:extLst>
                    <a:ext uri="{9D8B030D-6E8A-4147-A177-3AD203B41FA5}">
                      <a16:colId xmlns:a16="http://schemas.microsoft.com/office/drawing/2014/main" val="2924237442"/>
                    </a:ext>
                  </a:extLst>
                </a:gridCol>
                <a:gridCol w="595026">
                  <a:extLst>
                    <a:ext uri="{9D8B030D-6E8A-4147-A177-3AD203B41FA5}">
                      <a16:colId xmlns:a16="http://schemas.microsoft.com/office/drawing/2014/main" val="520924265"/>
                    </a:ext>
                  </a:extLst>
                </a:gridCol>
                <a:gridCol w="1155102">
                  <a:extLst>
                    <a:ext uri="{9D8B030D-6E8A-4147-A177-3AD203B41FA5}">
                      <a16:colId xmlns:a16="http://schemas.microsoft.com/office/drawing/2014/main" val="2826271822"/>
                    </a:ext>
                  </a:extLst>
                </a:gridCol>
                <a:gridCol w="946801">
                  <a:extLst>
                    <a:ext uri="{9D8B030D-6E8A-4147-A177-3AD203B41FA5}">
                      <a16:colId xmlns:a16="http://schemas.microsoft.com/office/drawing/2014/main" val="1979045931"/>
                    </a:ext>
                  </a:extLst>
                </a:gridCol>
                <a:gridCol w="946801">
                  <a:extLst>
                    <a:ext uri="{9D8B030D-6E8A-4147-A177-3AD203B41FA5}">
                      <a16:colId xmlns:a16="http://schemas.microsoft.com/office/drawing/2014/main" val="3742937517"/>
                    </a:ext>
                  </a:extLst>
                </a:gridCol>
                <a:gridCol w="946801">
                  <a:extLst>
                    <a:ext uri="{9D8B030D-6E8A-4147-A177-3AD203B41FA5}">
                      <a16:colId xmlns:a16="http://schemas.microsoft.com/office/drawing/2014/main" val="2589940344"/>
                    </a:ext>
                  </a:extLst>
                </a:gridCol>
                <a:gridCol w="939702">
                  <a:extLst>
                    <a:ext uri="{9D8B030D-6E8A-4147-A177-3AD203B41FA5}">
                      <a16:colId xmlns:a16="http://schemas.microsoft.com/office/drawing/2014/main" val="3034237294"/>
                    </a:ext>
                  </a:extLst>
                </a:gridCol>
                <a:gridCol w="939702">
                  <a:extLst>
                    <a:ext uri="{9D8B030D-6E8A-4147-A177-3AD203B41FA5}">
                      <a16:colId xmlns:a16="http://schemas.microsoft.com/office/drawing/2014/main" val="2376360582"/>
                    </a:ext>
                  </a:extLst>
                </a:gridCol>
                <a:gridCol w="939702">
                  <a:extLst>
                    <a:ext uri="{9D8B030D-6E8A-4147-A177-3AD203B41FA5}">
                      <a16:colId xmlns:a16="http://schemas.microsoft.com/office/drawing/2014/main" val="2879489690"/>
                    </a:ext>
                  </a:extLst>
                </a:gridCol>
                <a:gridCol w="939702">
                  <a:extLst>
                    <a:ext uri="{9D8B030D-6E8A-4147-A177-3AD203B41FA5}">
                      <a16:colId xmlns:a16="http://schemas.microsoft.com/office/drawing/2014/main" val="1141108596"/>
                    </a:ext>
                  </a:extLst>
                </a:gridCol>
                <a:gridCol w="2698632">
                  <a:extLst>
                    <a:ext uri="{9D8B030D-6E8A-4147-A177-3AD203B41FA5}">
                      <a16:colId xmlns:a16="http://schemas.microsoft.com/office/drawing/2014/main" val="599360055"/>
                    </a:ext>
                  </a:extLst>
                </a:gridCol>
              </a:tblGrid>
              <a:tr h="29214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latin typeface="Adani Regular" panose="02000503000000020004" pitchFamily="2" charset="0"/>
                        </a:rPr>
                        <a:t>SN</a:t>
                      </a:r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latin typeface="Adani Regular" panose="02000503000000020004" pitchFamily="2" charset="0"/>
                        </a:rPr>
                        <a:t>Location </a:t>
                      </a:r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latin typeface="Adani Regular" panose="02000503000000020004" pitchFamily="2" charset="0"/>
                        </a:rPr>
                        <a:t>Project Name</a:t>
                      </a:r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FY 27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Plan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(MW)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Planned till Aug’26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(MW)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Actual till Aug’26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(MW)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latin typeface="Adani Regular" panose="02000503000000020004" pitchFamily="2" charset="0"/>
                        </a:rPr>
                        <a:t>COD</a:t>
                      </a:r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Overall Project Progress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Remarks 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136535"/>
                  </a:ext>
                </a:extLst>
              </a:tr>
              <a:tr h="5011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Plan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Expected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Plan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Actual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444751"/>
                  </a:ext>
                </a:extLst>
              </a:tr>
              <a:tr h="501106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GJ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Khavda-Wind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417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317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307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Adani Regular" panose="02000503000000020004" pitchFamily="2" charset="0"/>
                        </a:rPr>
                        <a:t>31-Mar-27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Adani Regular" panose="02000503000000020004" pitchFamily="2" charset="0"/>
                        </a:rPr>
                        <a:t>31-Mar-27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Adani Regular" panose="02000503000000020004" pitchFamily="2" charset="0"/>
                        </a:rPr>
                        <a:t>73%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Adani Regular" panose="02000503000000020004" pitchFamily="2" charset="0"/>
                        </a:rPr>
                        <a:t>72%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243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7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ABCF8-8E71-9501-9B2E-B8204B82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05F065A-06BD-0A9B-3138-3E81AB1F03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-1141809" y="85844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1" imgH="423" progId="TCLayout.ActiveDocument.1">
                  <p:embed/>
                </p:oleObj>
              </mc:Choice>
              <mc:Fallback>
                <p:oleObj name="think-cell Slide" r:id="rId5" imgW="421" imgH="4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05F065A-06BD-0A9B-3138-3E81AB1F03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1141809" y="85844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DBAD08F9-5A91-7630-2C2C-87C0EF17476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143001" y="857251"/>
            <a:ext cx="119063" cy="119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750" b="1">
              <a:solidFill>
                <a:prstClr val="white"/>
              </a:solidFill>
              <a:sym typeface="Calibri" panose="020F0502020204030204" pitchFamily="34" charset="0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457308FB-4CED-B2A0-B05E-F88C39C3DD1D}"/>
              </a:ext>
            </a:extLst>
          </p:cNvPr>
          <p:cNvSpPr txBox="1">
            <a:spLocks/>
          </p:cNvSpPr>
          <p:nvPr/>
        </p:nvSpPr>
        <p:spPr>
          <a:xfrm>
            <a:off x="528291" y="163047"/>
            <a:ext cx="1051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eaLnBrk="1" hangingPunct="1">
              <a:defRPr lang="en-IN" sz="2400" b="1" kern="0" dirty="0" smtClean="0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Commissioning: Plan vs. Forecast – Khavda Phase - IV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9DD85-27AF-023F-05C2-E2CBA5A8870D}"/>
              </a:ext>
            </a:extLst>
          </p:cNvPr>
          <p:cNvSpPr txBox="1"/>
          <p:nvPr/>
        </p:nvSpPr>
        <p:spPr>
          <a:xfrm>
            <a:off x="8517661" y="4467036"/>
            <a:ext cx="1362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/>
              <a:t>All nos. are in MW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E765781-B716-5FEE-6679-25FA8B8D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" y="377476"/>
            <a:ext cx="1399657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6C6700-4D1F-94AD-8041-2EA827EFF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503090"/>
              </p:ext>
            </p:extLst>
          </p:nvPr>
        </p:nvGraphicFramePr>
        <p:xfrm>
          <a:off x="459016" y="833629"/>
          <a:ext cx="9013122" cy="3573407"/>
        </p:xfrm>
        <a:graphic>
          <a:graphicData uri="http://schemas.openxmlformats.org/drawingml/2006/table">
            <a:tbl>
              <a:tblPr firstRow="1" bandRow="1"/>
              <a:tblGrid>
                <a:gridCol w="522613">
                  <a:extLst>
                    <a:ext uri="{9D8B030D-6E8A-4147-A177-3AD203B41FA5}">
                      <a16:colId xmlns:a16="http://schemas.microsoft.com/office/drawing/2014/main" val="1073391393"/>
                    </a:ext>
                  </a:extLst>
                </a:gridCol>
                <a:gridCol w="710659">
                  <a:extLst>
                    <a:ext uri="{9D8B030D-6E8A-4147-A177-3AD203B41FA5}">
                      <a16:colId xmlns:a16="http://schemas.microsoft.com/office/drawing/2014/main" val="3232662271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3157420442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2242754676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3334437676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2560159891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1747620565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3264838036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2738353756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2595451738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3741431125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3115830397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2050708116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3504221233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1979499168"/>
                    </a:ext>
                  </a:extLst>
                </a:gridCol>
              </a:tblGrid>
              <a:tr h="55867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/>
                        </a:rPr>
                        <a:t>COD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Apr-26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May-26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512206"/>
                  </a:ext>
                </a:extLst>
              </a:tr>
              <a:tr h="257364">
                <a:tc gridSpan="15"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00" b="0"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00" b="0"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225702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/>
                        </a:rPr>
                        <a:t>BUDGET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latin typeface="Adani Regular"/>
                        </a:rPr>
                        <a:t>Wind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405427"/>
                  </a:ext>
                </a:extLst>
              </a:tr>
              <a:tr h="257364">
                <a:tc gridSpan="15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00" b="0"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00" b="0"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977895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/>
                        </a:rPr>
                        <a:t>ACTUAL / FCST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latin typeface="Adani Regular"/>
                        </a:rPr>
                        <a:t>Wind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417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3280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CCB3544-6787-5DF7-B0B9-4358C0E1A969}"/>
              </a:ext>
            </a:extLst>
          </p:cNvPr>
          <p:cNvSpPr txBox="1"/>
          <p:nvPr/>
        </p:nvSpPr>
        <p:spPr>
          <a:xfrm>
            <a:off x="459016" y="4467036"/>
            <a:ext cx="7693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All the figures are revised as per Revised AOP plan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AF8D1BD-EDC0-4BDC-816D-268B0E8C6F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6173057"/>
              </p:ext>
            </p:extLst>
          </p:nvPr>
        </p:nvGraphicFramePr>
        <p:xfrm>
          <a:off x="9458326" y="638735"/>
          <a:ext cx="2666999" cy="577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164519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25A72E5-9621-1086-996E-287B979D5054}"/>
              </a:ext>
            </a:extLst>
          </p:cNvPr>
          <p:cNvSpPr txBox="1">
            <a:spLocks/>
          </p:cNvSpPr>
          <p:nvPr/>
        </p:nvSpPr>
        <p:spPr>
          <a:xfrm>
            <a:off x="2691063" y="2782952"/>
            <a:ext cx="6809874" cy="646048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</a:lstStyle>
          <a:p>
            <a:pPr marL="109192" marR="0" lvl="0" indent="0" defTabSz="911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</a:rPr>
              <a:t>Khavda Wind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gradFill>
                <a:gsLst>
                  <a:gs pos="9735">
                    <a:srgbClr val="44546A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ffectLst/>
              <a:uLnTx/>
              <a:uFillTx/>
              <a:latin typeface="Adani Regular" panose="02000503000000020004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4791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7688-FC03-A1E4-2B9F-6EFC819C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28399"/>
            <a:ext cx="11577483" cy="461382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Khavda Wind - Salient Features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0FE4C53-C166-2CB0-E139-E1D68CA49D0D}"/>
              </a:ext>
            </a:extLst>
          </p:cNvPr>
          <p:cNvSpPr txBox="1">
            <a:spLocks/>
          </p:cNvSpPr>
          <p:nvPr/>
        </p:nvSpPr>
        <p:spPr>
          <a:xfrm>
            <a:off x="11760200" y="6560509"/>
            <a:ext cx="244986" cy="2339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>
              <a:latin typeface="Adani Regular" panose="02000503000000020004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9C2B46-E8BF-19CE-C077-5E7370072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23383"/>
              </p:ext>
            </p:extLst>
          </p:nvPr>
        </p:nvGraphicFramePr>
        <p:xfrm>
          <a:off x="598902" y="695340"/>
          <a:ext cx="11348228" cy="5525582"/>
        </p:xfrm>
        <a:graphic>
          <a:graphicData uri="http://schemas.openxmlformats.org/drawingml/2006/table">
            <a:tbl>
              <a:tblPr firstRow="1" bandRow="1"/>
              <a:tblGrid>
                <a:gridCol w="2414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677">
                  <a:extLst>
                    <a:ext uri="{9D8B030D-6E8A-4147-A177-3AD203B41FA5}">
                      <a16:colId xmlns:a16="http://schemas.microsoft.com/office/drawing/2014/main" val="1807322475"/>
                    </a:ext>
                  </a:extLst>
                </a:gridCol>
                <a:gridCol w="1786677">
                  <a:extLst>
                    <a:ext uri="{9D8B030D-6E8A-4147-A177-3AD203B41FA5}">
                      <a16:colId xmlns:a16="http://schemas.microsoft.com/office/drawing/2014/main" val="3344889845"/>
                    </a:ext>
                  </a:extLst>
                </a:gridCol>
                <a:gridCol w="1786677">
                  <a:extLst>
                    <a:ext uri="{9D8B030D-6E8A-4147-A177-3AD203B41FA5}">
                      <a16:colId xmlns:a16="http://schemas.microsoft.com/office/drawing/2014/main" val="778979257"/>
                    </a:ext>
                  </a:extLst>
                </a:gridCol>
                <a:gridCol w="1786677">
                  <a:extLst>
                    <a:ext uri="{9D8B030D-6E8A-4147-A177-3AD203B41FA5}">
                      <a16:colId xmlns:a16="http://schemas.microsoft.com/office/drawing/2014/main" val="656656480"/>
                    </a:ext>
                  </a:extLst>
                </a:gridCol>
              </a:tblGrid>
              <a:tr h="5026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8DDF">
                        <a:alpha val="20000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300" b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Khavda Phase-III Wind Projects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8DDF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15888" lvl="0" indent="0" algn="just" fontAlgn="ctr"/>
                      <a:endParaRPr lang="en-US" sz="1300" b="0" u="none" strike="noStrike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8DD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6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Project Scope / Capacity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Plan – 417.2 MW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15888" lvl="0" indent="0" algn="just" fontAlgn="ctr"/>
                      <a:endParaRPr lang="en-US" sz="1300" b="0" i="0" u="none" strike="noStrike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6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Owner/ Developer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Various SPV under AGEL and Group Project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15888" lvl="0" indent="0" algn="just" fontAlgn="ctr"/>
                      <a:endParaRPr lang="en-US" sz="1300" b="0" i="0" u="none" strike="noStrike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6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Location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indent="0" algn="just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Khavda, Bhuj, Kutchh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15888" indent="0" algn="just" fontAlgn="ctr"/>
                      <a:endParaRPr lang="en-US" sz="1300" b="0" i="0" u="none" strike="noStrike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43223"/>
                  </a:ext>
                </a:extLst>
              </a:tr>
              <a:tr h="5026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Land Area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AGEL – 19000 Ha, SRPL – 9500 Ha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u="none" strike="noStrike" kern="1200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968567"/>
                  </a:ext>
                </a:extLst>
              </a:tr>
              <a:tr h="249721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3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008339"/>
                  </a:ext>
                </a:extLst>
              </a:tr>
              <a:tr h="5026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Project Configuration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44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300" b="1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Calibri"/>
                        </a:rPr>
                        <a:t>Wind Turbine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300"/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300"/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300"/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44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300" b="1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320645"/>
                  </a:ext>
                </a:extLst>
              </a:tr>
              <a:tr h="5026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Parameters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44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1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Calibri"/>
                        </a:rPr>
                        <a:t>61 WTGs : ANIL 5.2 MW</a:t>
                      </a:r>
                    </a:p>
                    <a:p>
                      <a:pPr marL="144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1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Calibri"/>
                        </a:rPr>
                        <a:t>20 WTGs : ANIL 5.0 MW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300"/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3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sz="1300">
                        <a:latin typeface="Adani Regular" panose="02000503000000020004" pitchFamily="2" charset="0"/>
                      </a:endParaRPr>
                    </a:p>
                  </a:txBody>
                  <a:tcPr marL="216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44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3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191664"/>
                  </a:ext>
                </a:extLst>
              </a:tr>
              <a:tr h="249721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3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803872"/>
                  </a:ext>
                </a:extLst>
              </a:tr>
              <a:tr h="5026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Commissioning (FY 25-26)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Q1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Q2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Q3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Q4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6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r" rtl="0" fontAlgn="ctr">
                        <a:buFontTx/>
                        <a:buNone/>
                      </a:pPr>
                      <a:r>
                        <a:rPr lang="en-US" sz="1300" b="0" i="1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Budget Plan (MW)</a:t>
                      </a:r>
                    </a:p>
                  </a:txBody>
                  <a:tcPr marL="36000" marR="108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156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161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100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417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279037"/>
                  </a:ext>
                </a:extLst>
              </a:tr>
              <a:tr h="5026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 rtl="0" fontAlgn="ctr">
                        <a:buFontTx/>
                        <a:buNone/>
                      </a:pPr>
                      <a:r>
                        <a:rPr lang="en-US" sz="1300" b="0" i="1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Actual </a:t>
                      </a:r>
                      <a:r>
                        <a:rPr lang="en-US" sz="1300" b="0" i="1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/ </a:t>
                      </a:r>
                      <a:r>
                        <a:rPr lang="en-US" sz="1300" b="0" i="1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Expected </a:t>
                      </a:r>
                      <a:r>
                        <a:rPr lang="en-US" sz="1300" b="0" i="1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(MW)</a:t>
                      </a:r>
                    </a:p>
                  </a:txBody>
                  <a:tcPr marL="36000" marR="108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156</a:t>
                      </a:r>
                      <a:endParaRPr lang="en-US" sz="1300" b="0" i="0" u="none" strike="noStrike">
                        <a:solidFill>
                          <a:srgbClr val="0070C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151</a:t>
                      </a:r>
                      <a:r>
                        <a:rPr lang="en-US" sz="13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 </a:t>
                      </a: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/</a:t>
                      </a:r>
                      <a:r>
                        <a:rPr lang="en-US" sz="13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 161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100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1" i="0" u="none" strike="noStrike">
                          <a:solidFill>
                            <a:srgbClr val="33CC33"/>
                          </a:solidFill>
                          <a:effectLst/>
                          <a:latin typeface="Adani Regular" panose="02000503000000020004" pitchFamily="2" charset="0"/>
                        </a:rPr>
                        <a:t>307</a:t>
                      </a:r>
                      <a:r>
                        <a:rPr lang="en-US" sz="1300" b="1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 </a:t>
                      </a: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/</a:t>
                      </a:r>
                      <a:r>
                        <a:rPr lang="en-US" sz="1300" b="1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 417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393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BE5D-3C01-D9EF-5E1D-56A7B4A4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3536A53-3E21-3AF9-EDE8-36994646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971BFC-2F53-FBEC-74FF-D373076EB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87269"/>
              </p:ext>
            </p:extLst>
          </p:nvPr>
        </p:nvGraphicFramePr>
        <p:xfrm>
          <a:off x="384635" y="5022214"/>
          <a:ext cx="11389538" cy="13548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6890">
                  <a:extLst>
                    <a:ext uri="{9D8B030D-6E8A-4147-A177-3AD203B41FA5}">
                      <a16:colId xmlns:a16="http://schemas.microsoft.com/office/drawing/2014/main" val="787533436"/>
                    </a:ext>
                  </a:extLst>
                </a:gridCol>
                <a:gridCol w="1089152">
                  <a:extLst>
                    <a:ext uri="{9D8B030D-6E8A-4147-A177-3AD203B41FA5}">
                      <a16:colId xmlns:a16="http://schemas.microsoft.com/office/drawing/2014/main" val="1261480838"/>
                    </a:ext>
                  </a:extLst>
                </a:gridCol>
                <a:gridCol w="1112430">
                  <a:extLst>
                    <a:ext uri="{9D8B030D-6E8A-4147-A177-3AD203B41FA5}">
                      <a16:colId xmlns:a16="http://schemas.microsoft.com/office/drawing/2014/main" val="3960744436"/>
                    </a:ext>
                  </a:extLst>
                </a:gridCol>
                <a:gridCol w="1323347">
                  <a:extLst>
                    <a:ext uri="{9D8B030D-6E8A-4147-A177-3AD203B41FA5}">
                      <a16:colId xmlns:a16="http://schemas.microsoft.com/office/drawing/2014/main" val="2148855123"/>
                    </a:ext>
                  </a:extLst>
                </a:gridCol>
                <a:gridCol w="905746">
                  <a:extLst>
                    <a:ext uri="{9D8B030D-6E8A-4147-A177-3AD203B41FA5}">
                      <a16:colId xmlns:a16="http://schemas.microsoft.com/office/drawing/2014/main" val="3159957225"/>
                    </a:ext>
                  </a:extLst>
                </a:gridCol>
                <a:gridCol w="4951973">
                  <a:extLst>
                    <a:ext uri="{9D8B030D-6E8A-4147-A177-3AD203B41FA5}">
                      <a16:colId xmlns:a16="http://schemas.microsoft.com/office/drawing/2014/main" val="1291830811"/>
                    </a:ext>
                  </a:extLst>
                </a:gridCol>
              </a:tblGrid>
              <a:tr h="240265">
                <a:tc grid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Gap Analysis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6187332"/>
                  </a:ext>
                </a:extLst>
              </a:tr>
              <a:tr h="2402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Progress Parameter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Weightage</a:t>
                      </a:r>
                      <a:endParaRPr lang="en-US" sz="10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Cumm. Plan</a:t>
                      </a:r>
                      <a:endParaRPr lang="en-US" sz="10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Cumm. Actual</a:t>
                      </a:r>
                      <a:endParaRPr lang="en-US" sz="10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Variance</a:t>
                      </a:r>
                      <a:endParaRPr lang="en-US" sz="10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Remarks for Variance</a:t>
                      </a:r>
                      <a:endParaRPr lang="en-US" sz="10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45341096"/>
                  </a:ext>
                </a:extLst>
              </a:tr>
              <a:tr h="2185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Engineering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99%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5128091"/>
                  </a:ext>
                </a:extLst>
              </a:tr>
              <a:tr h="2185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Procurement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35%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79%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61467313"/>
                  </a:ext>
                </a:extLst>
              </a:tr>
              <a:tr h="2185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Construction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66%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65%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2204274"/>
                  </a:ext>
                </a:extLst>
              </a:tr>
              <a:tr h="2185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73%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72%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endParaRPr lang="en-US" sz="1000">
                        <a:latin typeface="Adani Regular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5326759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CF05EC74-5579-9D3E-229B-91B96F471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183" y="76148"/>
            <a:ext cx="11577483" cy="461382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Khavda Wind - Physical Progress: S Curve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70ADFA-B2F3-4DAD-8D47-C96827C00F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8435192"/>
              </p:ext>
            </p:extLst>
          </p:nvPr>
        </p:nvGraphicFramePr>
        <p:xfrm>
          <a:off x="384634" y="634814"/>
          <a:ext cx="11389539" cy="4280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89520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7A2FF-E257-2F80-A512-E331F2454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4795-18B9-4803-F317-D3B2C594A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36077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Khavda Wind - Procurement &amp; 3 month rolling plan for Supply Status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3025A2-2F93-795F-A1E2-2AC283580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34465"/>
            <a:ext cx="19050" cy="1905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997B06-51B3-7BDE-CA8F-0589BDDCB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883560"/>
              </p:ext>
            </p:extLst>
          </p:nvPr>
        </p:nvGraphicFramePr>
        <p:xfrm>
          <a:off x="505807" y="722220"/>
          <a:ext cx="11181382" cy="3055301"/>
        </p:xfrm>
        <a:graphic>
          <a:graphicData uri="http://schemas.openxmlformats.org/drawingml/2006/table">
            <a:tbl>
              <a:tblPr/>
              <a:tblGrid>
                <a:gridCol w="828000">
                  <a:extLst>
                    <a:ext uri="{9D8B030D-6E8A-4147-A177-3AD203B41FA5}">
                      <a16:colId xmlns:a16="http://schemas.microsoft.com/office/drawing/2014/main" val="1881295825"/>
                    </a:ext>
                  </a:extLst>
                </a:gridCol>
                <a:gridCol w="1878390">
                  <a:extLst>
                    <a:ext uri="{9D8B030D-6E8A-4147-A177-3AD203B41FA5}">
                      <a16:colId xmlns:a16="http://schemas.microsoft.com/office/drawing/2014/main" val="2631588780"/>
                    </a:ext>
                  </a:extLst>
                </a:gridCol>
                <a:gridCol w="821154">
                  <a:extLst>
                    <a:ext uri="{9D8B030D-6E8A-4147-A177-3AD203B41FA5}">
                      <a16:colId xmlns:a16="http://schemas.microsoft.com/office/drawing/2014/main" val="174740086"/>
                    </a:ext>
                  </a:extLst>
                </a:gridCol>
                <a:gridCol w="1098294">
                  <a:extLst>
                    <a:ext uri="{9D8B030D-6E8A-4147-A177-3AD203B41FA5}">
                      <a16:colId xmlns:a16="http://schemas.microsoft.com/office/drawing/2014/main" val="1382736983"/>
                    </a:ext>
                  </a:extLst>
                </a:gridCol>
                <a:gridCol w="1218045">
                  <a:extLst>
                    <a:ext uri="{9D8B030D-6E8A-4147-A177-3AD203B41FA5}">
                      <a16:colId xmlns:a16="http://schemas.microsoft.com/office/drawing/2014/main" val="2815984596"/>
                    </a:ext>
                  </a:extLst>
                </a:gridCol>
                <a:gridCol w="1382276">
                  <a:extLst>
                    <a:ext uri="{9D8B030D-6E8A-4147-A177-3AD203B41FA5}">
                      <a16:colId xmlns:a16="http://schemas.microsoft.com/office/drawing/2014/main" val="3198234848"/>
                    </a:ext>
                  </a:extLst>
                </a:gridCol>
                <a:gridCol w="958013">
                  <a:extLst>
                    <a:ext uri="{9D8B030D-6E8A-4147-A177-3AD203B41FA5}">
                      <a16:colId xmlns:a16="http://schemas.microsoft.com/office/drawing/2014/main" val="2191000730"/>
                    </a:ext>
                  </a:extLst>
                </a:gridCol>
                <a:gridCol w="999070">
                  <a:extLst>
                    <a:ext uri="{9D8B030D-6E8A-4147-A177-3AD203B41FA5}">
                      <a16:colId xmlns:a16="http://schemas.microsoft.com/office/drawing/2014/main" val="1035441782"/>
                    </a:ext>
                  </a:extLst>
                </a:gridCol>
                <a:gridCol w="999070">
                  <a:extLst>
                    <a:ext uri="{9D8B030D-6E8A-4147-A177-3AD203B41FA5}">
                      <a16:colId xmlns:a16="http://schemas.microsoft.com/office/drawing/2014/main" val="3444858545"/>
                    </a:ext>
                  </a:extLst>
                </a:gridCol>
                <a:gridCol w="999070">
                  <a:extLst>
                    <a:ext uri="{9D8B030D-6E8A-4147-A177-3AD203B41FA5}">
                      <a16:colId xmlns:a16="http://schemas.microsoft.com/office/drawing/2014/main" val="754427135"/>
                    </a:ext>
                  </a:extLst>
                </a:gridCol>
              </a:tblGrid>
              <a:tr h="36993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 err="1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S.No</a:t>
                      </a: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Packages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Scope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(Plan for FY26-27)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Ordering 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Delivered at Site up to Aug'26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Balance to Deliver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Next 3 Month Rolling Plan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77587"/>
                  </a:ext>
                </a:extLst>
              </a:tr>
              <a:tr h="32748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1035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WTG Set (N-H-DT)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57288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Blade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39483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Tower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986209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Transformer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67485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Panel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08268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33 kV / UG Cable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326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2012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7688-FC03-A1E4-2B9F-6EFC819C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21087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Khavda Wind - Construction</a:t>
            </a:r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agular"/>
                <a:ea typeface="+mn-ea"/>
                <a:cs typeface="+mn-cs"/>
              </a:rPr>
              <a:t> </a:t>
            </a:r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Progress Update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35D8F2-3E7C-C68F-BEF5-3DC22A31F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AE350B-F3A1-FA24-6FCD-1DCFA5DF1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879446"/>
              </p:ext>
            </p:extLst>
          </p:nvPr>
        </p:nvGraphicFramePr>
        <p:xfrm>
          <a:off x="369645" y="697936"/>
          <a:ext cx="11402109" cy="3034613"/>
        </p:xfrm>
        <a:graphic>
          <a:graphicData uri="http://schemas.openxmlformats.org/drawingml/2006/table">
            <a:tbl>
              <a:tblPr/>
              <a:tblGrid>
                <a:gridCol w="466153">
                  <a:extLst>
                    <a:ext uri="{9D8B030D-6E8A-4147-A177-3AD203B41FA5}">
                      <a16:colId xmlns:a16="http://schemas.microsoft.com/office/drawing/2014/main" val="2918304577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1860969931"/>
                    </a:ext>
                  </a:extLst>
                </a:gridCol>
                <a:gridCol w="506415">
                  <a:extLst>
                    <a:ext uri="{9D8B030D-6E8A-4147-A177-3AD203B41FA5}">
                      <a16:colId xmlns:a16="http://schemas.microsoft.com/office/drawing/2014/main" val="143884793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3573391675"/>
                    </a:ext>
                  </a:extLst>
                </a:gridCol>
                <a:gridCol w="863884">
                  <a:extLst>
                    <a:ext uri="{9D8B030D-6E8A-4147-A177-3AD203B41FA5}">
                      <a16:colId xmlns:a16="http://schemas.microsoft.com/office/drawing/2014/main" val="7908602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48742266"/>
                    </a:ext>
                  </a:extLst>
                </a:gridCol>
                <a:gridCol w="927184">
                  <a:extLst>
                    <a:ext uri="{9D8B030D-6E8A-4147-A177-3AD203B41FA5}">
                      <a16:colId xmlns:a16="http://schemas.microsoft.com/office/drawing/2014/main" val="2328273744"/>
                    </a:ext>
                  </a:extLst>
                </a:gridCol>
                <a:gridCol w="927184">
                  <a:extLst>
                    <a:ext uri="{9D8B030D-6E8A-4147-A177-3AD203B41FA5}">
                      <a16:colId xmlns:a16="http://schemas.microsoft.com/office/drawing/2014/main" val="67833025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699642318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343705945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671781310"/>
                    </a:ext>
                  </a:extLst>
                </a:gridCol>
                <a:gridCol w="1195289">
                  <a:extLst>
                    <a:ext uri="{9D8B030D-6E8A-4147-A177-3AD203B41FA5}">
                      <a16:colId xmlns:a16="http://schemas.microsoft.com/office/drawing/2014/main" val="149985379"/>
                    </a:ext>
                  </a:extLst>
                </a:gridCol>
              </a:tblGrid>
              <a:tr h="38375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Sr. No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Activity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Scope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(Plan for FY26-27)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Balance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Preceding Month Aug’26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Next 3 Month Rolling Plan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Completion 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126262"/>
                  </a:ext>
                </a:extLst>
              </a:tr>
              <a:tr h="30883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631472"/>
                  </a:ext>
                </a:extLst>
              </a:tr>
              <a:tr h="3345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lvl="0"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Stone Column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1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10-Dec-26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085126"/>
                  </a:ext>
                </a:extLst>
              </a:tr>
              <a:tr h="3345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lvl="0"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WTG Foundation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1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30-Dec-26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925333"/>
                  </a:ext>
                </a:extLst>
              </a:tr>
              <a:tr h="3345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lvl="0"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USS Pre-cast Erection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1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30-Dec-26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547208"/>
                  </a:ext>
                </a:extLst>
              </a:tr>
              <a:tr h="3345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lvl="0"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WTG Erection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1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15-Mar-27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19273"/>
                  </a:ext>
                </a:extLst>
              </a:tr>
              <a:tr h="3345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lvl="0"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USS Erection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1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31-Jan-27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046213"/>
                  </a:ext>
                </a:extLst>
              </a:tr>
              <a:tr h="3345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lvl="0"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Cable Laying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1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276013"/>
                  </a:ext>
                </a:extLst>
              </a:tr>
              <a:tr h="3345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lvl="0"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WTG Commissioning (Trial Run)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31-Mar-27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895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368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1708E5F-9968-1FD3-EC0A-652E6218C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301" y="94410"/>
            <a:ext cx="11635539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lvl="1" algn="l" defTabSz="911377" rt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400" b="1" kern="1200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Khavda Wind - Machinery Summary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C42EF3C-1FBD-A89B-101C-4678EAA41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305002"/>
              </p:ext>
            </p:extLst>
          </p:nvPr>
        </p:nvGraphicFramePr>
        <p:xfrm>
          <a:off x="612647" y="734818"/>
          <a:ext cx="11012158" cy="2064350"/>
        </p:xfrm>
        <a:graphic>
          <a:graphicData uri="http://schemas.openxmlformats.org/drawingml/2006/table">
            <a:tbl>
              <a:tblPr/>
              <a:tblGrid>
                <a:gridCol w="455135">
                  <a:extLst>
                    <a:ext uri="{9D8B030D-6E8A-4147-A177-3AD203B41FA5}">
                      <a16:colId xmlns:a16="http://schemas.microsoft.com/office/drawing/2014/main" val="2483892289"/>
                    </a:ext>
                  </a:extLst>
                </a:gridCol>
                <a:gridCol w="3268545">
                  <a:extLst>
                    <a:ext uri="{9D8B030D-6E8A-4147-A177-3AD203B41FA5}">
                      <a16:colId xmlns:a16="http://schemas.microsoft.com/office/drawing/2014/main" val="1190645783"/>
                    </a:ext>
                  </a:extLst>
                </a:gridCol>
                <a:gridCol w="976806">
                  <a:extLst>
                    <a:ext uri="{9D8B030D-6E8A-4147-A177-3AD203B41FA5}">
                      <a16:colId xmlns:a16="http://schemas.microsoft.com/office/drawing/2014/main" val="2142046152"/>
                    </a:ext>
                  </a:extLst>
                </a:gridCol>
                <a:gridCol w="2479586">
                  <a:extLst>
                    <a:ext uri="{9D8B030D-6E8A-4147-A177-3AD203B41FA5}">
                      <a16:colId xmlns:a16="http://schemas.microsoft.com/office/drawing/2014/main" val="2071615796"/>
                    </a:ext>
                  </a:extLst>
                </a:gridCol>
                <a:gridCol w="1277362">
                  <a:extLst>
                    <a:ext uri="{9D8B030D-6E8A-4147-A177-3AD203B41FA5}">
                      <a16:colId xmlns:a16="http://schemas.microsoft.com/office/drawing/2014/main" val="3808409235"/>
                    </a:ext>
                  </a:extLst>
                </a:gridCol>
                <a:gridCol w="1277362">
                  <a:extLst>
                    <a:ext uri="{9D8B030D-6E8A-4147-A177-3AD203B41FA5}">
                      <a16:colId xmlns:a16="http://schemas.microsoft.com/office/drawing/2014/main" val="1788368897"/>
                    </a:ext>
                  </a:extLst>
                </a:gridCol>
                <a:gridCol w="1277362">
                  <a:extLst>
                    <a:ext uri="{9D8B030D-6E8A-4147-A177-3AD203B41FA5}">
                      <a16:colId xmlns:a16="http://schemas.microsoft.com/office/drawing/2014/main" val="585004457"/>
                    </a:ext>
                  </a:extLst>
                </a:gridCol>
              </a:tblGrid>
              <a:tr h="421394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Sr No</a:t>
                      </a:r>
                    </a:p>
                  </a:txBody>
                  <a:tcPr marL="5430" marR="5430" marT="54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Equipment Description</a:t>
                      </a:r>
                    </a:p>
                  </a:txBody>
                  <a:tcPr marL="5430" marR="5430" marT="54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marL="5430" marR="5430" marT="54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Actual available at site for the Month Aug’26</a:t>
                      </a:r>
                    </a:p>
                  </a:txBody>
                  <a:tcPr marL="5430" marR="5430" marT="54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Next 3 Month Rolling Forecast</a:t>
                      </a:r>
                    </a:p>
                  </a:txBody>
                  <a:tcPr marL="5430" marR="5430" marT="54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 marL="5430" marR="5430" marT="54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371393"/>
                  </a:ext>
                </a:extLst>
              </a:tr>
              <a:tr h="36129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30" marR="5430" marT="54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30" marR="5430" marT="54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30" marR="5430" marT="54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30" marR="5430" marT="54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Sep-26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Oct-26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Nov-26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012088"/>
                  </a:ext>
                </a:extLst>
              </a:tr>
              <a:tr h="6408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5430" marR="5430" marT="54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lvl="0"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Rigs for Stone Column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00271"/>
                  </a:ext>
                </a:extLst>
              </a:tr>
              <a:tr h="6408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5430" marR="5430" marT="54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lvl="0"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Main Crane Package for WTG Erection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08585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2F3E49C-0468-1A72-57E9-A508E98F3B1D}"/>
              </a:ext>
            </a:extLst>
          </p:cNvPr>
          <p:cNvSpPr txBox="1"/>
          <p:nvPr/>
        </p:nvSpPr>
        <p:spPr>
          <a:xfrm>
            <a:off x="419301" y="2799168"/>
            <a:ext cx="40468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/>
              <a:t>Note: 1 crane is with the O&amp;M team.</a:t>
            </a:r>
            <a:r>
              <a:rPr lang="en-IN" sz="800" i="1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3694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CD17-9717-241D-A226-1D92C710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454565"/>
              </p:ext>
            </p:extLst>
          </p:nvPr>
        </p:nvGraphicFramePr>
        <p:xfrm>
          <a:off x="350597" y="636105"/>
          <a:ext cx="11490805" cy="5741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F8F43882-605B-6AC5-4FFA-AB55FD45736B}"/>
              </a:ext>
            </a:extLst>
          </p:cNvPr>
          <p:cNvSpPr txBox="1">
            <a:spLocks/>
          </p:cNvSpPr>
          <p:nvPr/>
        </p:nvSpPr>
        <p:spPr>
          <a:xfrm>
            <a:off x="552450" y="144872"/>
            <a:ext cx="10512915" cy="424449"/>
          </a:xfrm>
          <a:prstGeom prst="rect">
            <a:avLst/>
          </a:prstGeom>
          <a:noFill/>
        </p:spPr>
        <p:txBody>
          <a:bodyPr vert="horz" wrap="square" lIns="0" tIns="45580" rIns="91157" bIns="45580" rtlCol="0" anchor="b">
            <a:spAutoFit/>
          </a:bodyPr>
          <a:lstStyle>
            <a:lvl1pPr marL="109192" defTabSz="911377">
              <a:lnSpc>
                <a:spcPct val="90000"/>
              </a:lnSpc>
              <a:spcBef>
                <a:spcPct val="0"/>
              </a:spcBef>
              <a:buNone/>
              <a:defRPr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</a:defRPr>
            </a:lvl1pPr>
          </a:lstStyle>
          <a:p>
            <a:pPr marL="0" marR="0" lvl="0" indent="0" algn="l" defTabSz="911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Khavda Wind: Manpower Deployment Plan vs Actual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D692A6-0A13-FC76-9A2B-01DA1B3FD207}"/>
              </a:ext>
            </a:extLst>
          </p:cNvPr>
          <p:cNvSpPr txBox="1"/>
          <p:nvPr/>
        </p:nvSpPr>
        <p:spPr>
          <a:xfrm>
            <a:off x="563880" y="6377939"/>
            <a:ext cx="5543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Forecast Manpower are based on EPC partners inputs.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5F3BA1-0F8E-7837-8016-7E58871C6C10}"/>
              </a:ext>
            </a:extLst>
          </p:cNvPr>
          <p:cNvSpPr/>
          <p:nvPr/>
        </p:nvSpPr>
        <p:spPr>
          <a:xfrm>
            <a:off x="4206240" y="675861"/>
            <a:ext cx="1407380" cy="540688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955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71376A-649B-EF15-52C4-CD2D8EA9D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3290887"/>
            <a:ext cx="10404475" cy="2762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>
                <a:latin typeface="Adani Regular" panose="02000503000000020004" pitchFamily="2" charset="0"/>
              </a:rPr>
              <a:t>Thank You</a:t>
            </a: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43EC949C-14E3-86D0-298B-D249DEF74BE0}"/>
              </a:ext>
            </a:extLst>
          </p:cNvPr>
          <p:cNvGrpSpPr/>
          <p:nvPr/>
        </p:nvGrpSpPr>
        <p:grpSpPr>
          <a:xfrm>
            <a:off x="521208" y="543305"/>
            <a:ext cx="7921625" cy="52705"/>
            <a:chOff x="521208" y="543305"/>
            <a:chExt cx="7921625" cy="52705"/>
          </a:xfrm>
        </p:grpSpPr>
        <p:pic>
          <p:nvPicPr>
            <p:cNvPr id="3" name="object 5">
              <a:extLst>
                <a:ext uri="{FF2B5EF4-FFF2-40B4-BE49-F238E27FC236}">
                  <a16:creationId xmlns:a16="http://schemas.microsoft.com/office/drawing/2014/main" id="{591908A6-ACD6-2086-C295-4DA207BDC8D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208" y="543305"/>
              <a:ext cx="5022342" cy="45720"/>
            </a:xfrm>
            <a:prstGeom prst="rect">
              <a:avLst/>
            </a:prstGeom>
          </p:spPr>
        </p:pic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EC56DCF2-5BDA-B1A0-8207-9A8493E929A9}"/>
                </a:ext>
              </a:extLst>
            </p:cNvPr>
            <p:cNvSpPr/>
            <p:nvPr/>
          </p:nvSpPr>
          <p:spPr>
            <a:xfrm>
              <a:off x="521589" y="590930"/>
              <a:ext cx="7921625" cy="0"/>
            </a:xfrm>
            <a:custGeom>
              <a:avLst/>
              <a:gdLst/>
              <a:ahLst/>
              <a:cxnLst/>
              <a:rect l="l" t="t" r="r" b="b"/>
              <a:pathLst>
                <a:path w="7921625">
                  <a:moveTo>
                    <a:pt x="0" y="0"/>
                  </a:moveTo>
                  <a:lnTo>
                    <a:pt x="7921116" y="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96387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zbNU5UQYqX_ukejadiJ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Time xmlns="4b0af4b3-07bf-413a-aea0-81de99942a5f" xsi:nil="true"/>
    <lcf76f155ced4ddcb4097134ff3c332f xmlns="4b0af4b3-07bf-413a-aea0-81de99942a5f">
      <Terms xmlns="http://schemas.microsoft.com/office/infopath/2007/PartnerControls"/>
    </lcf76f155ced4ddcb4097134ff3c332f>
    <History xmlns="4b0af4b3-07bf-413a-aea0-81de99942a5f" xsi:nil="true"/>
    <TaxCatchAll xmlns="ffe3c74f-61e8-4c5b-bf2f-f596927c8ff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92E9080220D84BBED9FCDBEF1B5C47" ma:contentTypeVersion="16" ma:contentTypeDescription="Create a new document." ma:contentTypeScope="" ma:versionID="9cae68be07acca408ecef65a74970196">
  <xsd:schema xmlns:xsd="http://www.w3.org/2001/XMLSchema" xmlns:xs="http://www.w3.org/2001/XMLSchema" xmlns:p="http://schemas.microsoft.com/office/2006/metadata/properties" xmlns:ns2="4b0af4b3-07bf-413a-aea0-81de99942a5f" xmlns:ns3="ffe3c74f-61e8-4c5b-bf2f-f596927c8ffb" targetNamespace="http://schemas.microsoft.com/office/2006/metadata/properties" ma:root="true" ma:fieldsID="2122b5f6738d9bc9e4a485c0d0ca3f61" ns2:_="" ns3:_="">
    <xsd:import namespace="4b0af4b3-07bf-413a-aea0-81de99942a5f"/>
    <xsd:import namespace="ffe3c74f-61e8-4c5b-bf2f-f596927c8f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DateTime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Hist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0af4b3-07bf-413a-aea0-81de99942a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eTime" ma:index="12" nillable="true" ma:displayName="Date &amp; Time" ma:format="DateTime" ma:internalName="DateTime">
      <xsd:simpleType>
        <xsd:restriction base="dms:DateTim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fb514443-b7a3-4086-9c59-89a49c0c91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History" ma:index="23" nillable="true" ma:displayName="History " ma:format="Dropdown" ma:internalName="History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e3c74f-61e8-4c5b-bf2f-f596927c8ff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8f27ac6-ee86-42f7-a42c-69380e9f4440}" ma:internalName="TaxCatchAll" ma:showField="CatchAllData" ma:web="ffe3c74f-61e8-4c5b-bf2f-f596927c8f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332241-4656-4B80-B723-D7E11E1AB9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71A47D-5BA3-408A-9E5A-BC21C09C8B1E}">
  <ds:schemaRefs>
    <ds:schemaRef ds:uri="4b0af4b3-07bf-413a-aea0-81de99942a5f"/>
    <ds:schemaRef ds:uri="ffe3c74f-61e8-4c5b-bf2f-f596927c8ff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9C417E1-AEBC-47B5-A186-3E8EDC1C9031}">
  <ds:schemaRefs>
    <ds:schemaRef ds:uri="4b0af4b3-07bf-413a-aea0-81de99942a5f"/>
    <ds:schemaRef ds:uri="ffe3c74f-61e8-4c5b-bf2f-f596927c8f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4923</Words>
  <Application>Microsoft Office PowerPoint</Application>
  <PresentationFormat>Widescreen</PresentationFormat>
  <Paragraphs>2797</Paragraphs>
  <Slides>36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Adani Light</vt:lpstr>
      <vt:lpstr>Adani Medium</vt:lpstr>
      <vt:lpstr>Adani Ragular</vt:lpstr>
      <vt:lpstr>Adani Regular</vt:lpstr>
      <vt:lpstr>Aptos</vt:lpstr>
      <vt:lpstr>Arial</vt:lpstr>
      <vt:lpstr>Calibri</vt:lpstr>
      <vt:lpstr>Courier New</vt:lpstr>
      <vt:lpstr>Times New Roman</vt:lpstr>
      <vt:lpstr>Wingdings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Khavda Solar - Physical Progress: S Curve</vt:lpstr>
      <vt:lpstr>PowerPoint Presentation</vt:lpstr>
      <vt:lpstr>Khavda Solar - Procurement &amp; Supply Status</vt:lpstr>
      <vt:lpstr>Khavda Solar - Construction Progress Update – Phase – IV (4,639 MW)</vt:lpstr>
      <vt:lpstr>Khavda Solar - Construction Manpower – Phase – IV (4,639 MW)</vt:lpstr>
      <vt:lpstr>PowerPoint Presentation</vt:lpstr>
      <vt:lpstr>Khavda Solar - Major Milestone – Next 3 months</vt:lpstr>
      <vt:lpstr>PowerPoint Presentation</vt:lpstr>
      <vt:lpstr>System Study Progress</vt:lpstr>
      <vt:lpstr>System Study Progress</vt:lpstr>
      <vt:lpstr>System Study Progress</vt:lpstr>
      <vt:lpstr>System Study Progress</vt:lpstr>
      <vt:lpstr>System Study Progress</vt:lpstr>
      <vt:lpstr>System Study Progress</vt:lpstr>
      <vt:lpstr>Summary : PSS – 11</vt:lpstr>
      <vt:lpstr>Summary : PSS – 12</vt:lpstr>
      <vt:lpstr>Summary : PSS – 14</vt:lpstr>
      <vt:lpstr>Summary : PSS – 07</vt:lpstr>
      <vt:lpstr>Summary : NHPC PSS</vt:lpstr>
      <vt:lpstr>Summary : PSS – 18</vt:lpstr>
      <vt:lpstr>PowerPoint Presentation</vt:lpstr>
      <vt:lpstr>Khavda Wind - Salient Features</vt:lpstr>
      <vt:lpstr>Khavda Wind - Physical Progress: S Curve</vt:lpstr>
      <vt:lpstr>Khavda Wind - Procurement &amp; 3 month rolling plan for Supply Status</vt:lpstr>
      <vt:lpstr>Khavda Wind - Construction Progress Update</vt:lpstr>
      <vt:lpstr>Khavda Wind - Machinery Summary </vt:lpstr>
      <vt:lpstr>PowerPoint Presentation</vt:lpstr>
      <vt:lpstr>Thank You</vt:lpstr>
      <vt:lpstr>Khavda Tracker &amp; Robot Installation 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Rahulsingh Tomar</dc:creator>
  <cp:lastModifiedBy>Kirtan Gadhiya</cp:lastModifiedBy>
  <cp:revision>1</cp:revision>
  <cp:lastPrinted>2025-09-16T08:33:34Z</cp:lastPrinted>
  <dcterms:created xsi:type="dcterms:W3CDTF">2023-08-27T05:23:05Z</dcterms:created>
  <dcterms:modified xsi:type="dcterms:W3CDTF">2026-09-10T10:27:49Z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0x010100A992E9080220D84BBED9FCDBEF1B5C47</vt:lpwstr>
  </property>
  <property fmtid="{D5CDD505-2E9C-101B-9397-08002B2CF9AE}" pid="3" name="Order">
    <vt:r8>256305100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activity">
    <vt:lpwstr>{"FileActivityType":"9","FileActivityTimeStamp":"2026-02-10T12:32:45.797Z","FileActivityUsersOnPage":[{"DisplayName":"Kirtan Gadhiya","Id":"30106856@adani.com"},{"DisplayName":"Sanidhya Dabhi","Id":"30106826@adani.com"}],"FileActivityNavigationId":null}</vt:lpwstr>
  </property>
  <property fmtid="{D5CDD505-2E9C-101B-9397-08002B2CF9AE}" pid="7" name="_ExtendedDescription">
    <vt:lpwstr/>
  </property>
  <property fmtid="{D5CDD505-2E9C-101B-9397-08002B2CF9AE}" pid="8" name="MediaServiceImageTags">
    <vt:lpwstr/>
  </property>
</Properties>
</file>
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3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4"/>
  </p:sldMasterIdLst>
  <p:notesMasterIdLst>
    <p:notesMasterId r:id="rId74"/>
  </p:notesMasterIdLst>
  <p:handoutMasterIdLst>
    <p:handoutMasterId r:id="rId75"/>
  </p:handoutMasterIdLst>
  <p:sldIdLst/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8C7AF2D-AFE1-49BF-B1BF-77AF93E94DC3}">
          <p14:sldIdLst>
            <p14:sldId id="264"/>
            <p14:sldId id="292"/>
            <p14:sldId id="2147482946"/>
            <p14:sldId id="2147482817"/>
          </p14:sldIdLst>
        </p14:section>
        <p14:section name="Commissioning" id="{D133DE25-97A9-4C80-BC56-50E7D1B9EB78}">
          <p14:sldIdLst>
            <p14:sldId id="2147482950"/>
          </p14:sldIdLst>
        </p14:section>
        <p14:section name="Physical Progress" id="{4D47D254-E94E-4246-96A2-0F0D4BE70A58}">
          <p14:sldIdLst>
            <p14:sldId id="2147482966"/>
            <p14:sldId id="2147482967"/>
            <p14:sldId id="2147482968"/>
            <p14:sldId id="2147482969"/>
            <p14:sldId id="2147482971"/>
            <p14:sldId id="2147482970"/>
          </p14:sldIdLst>
        </p14:section>
        <p14:section name="Engineering" id="{401CC8E4-DF63-46C0-8E29-B27536A55B21}">
          <p14:sldIdLst>
            <p14:sldId id="2147482745"/>
          </p14:sldIdLst>
        </p14:section>
        <p14:section name="Procurement &amp; Monthly Rolling Plan" id="{979565BC-C068-46FF-97A9-0672C548123D}">
          <p14:sldIdLst>
            <p14:sldId id="2147482933"/>
            <p14:sldId id="2147482929"/>
            <p14:sldId id="2147482903"/>
            <p14:sldId id="2147482930"/>
            <p14:sldId id="2147482931"/>
            <p14:sldId id="2147482932"/>
            <p14:sldId id="2147482905"/>
          </p14:sldIdLst>
        </p14:section>
        <p14:section name="Civil Construction Progress" id="{B27D0672-266F-4CDF-A41E-2F78E752ABA1}">
          <p14:sldIdLst>
            <p14:sldId id="2147482921"/>
            <p14:sldId id="2147482789"/>
            <p14:sldId id="2147482974"/>
            <p14:sldId id="2147482790"/>
            <p14:sldId id="2147482975"/>
            <p14:sldId id="2147482791"/>
            <p14:sldId id="2147482976"/>
            <p14:sldId id="2147482922"/>
            <p14:sldId id="2147482842"/>
            <p14:sldId id="2147482977"/>
            <p14:sldId id="2147482843"/>
            <p14:sldId id="2147482978"/>
            <p14:sldId id="2147482844"/>
            <p14:sldId id="2147482979"/>
          </p14:sldIdLst>
        </p14:section>
        <p14:section name="Manpower Status" id="{2125DE47-07BC-4D30-B7F6-76688A60D8C9}">
          <p14:sldIdLst>
            <p14:sldId id="2147482934"/>
            <p14:sldId id="2147482944"/>
            <p14:sldId id="2147482973"/>
            <p14:sldId id="2147482518"/>
            <p14:sldId id="2147482685"/>
            <p14:sldId id="2147482686"/>
            <p14:sldId id="2147482731"/>
            <p14:sldId id="2147482773"/>
            <p14:sldId id="2147482780"/>
          </p14:sldIdLst>
        </p14:section>
        <p14:section name="Major Milestones &amp; Critical issues" id="{E006C319-2062-4567-948F-5F2CD7D3D597}">
          <p14:sldIdLst>
            <p14:sldId id="2147482945"/>
            <p14:sldId id="2147482852"/>
          </p14:sldIdLst>
        </p14:section>
        <p14:section name="Financial S-curve" id="{F2C107F0-3A07-4C7A-A9EF-2C5FF3FA2ED6}">
          <p14:sldIdLst>
            <p14:sldId id="2147376736"/>
            <p14:sldId id="290"/>
          </p14:sldIdLst>
        </p14:section>
        <p14:section name="Ordering Status" id="{F27D03CF-57BE-4BF8-8ABA-ED968FF8195D}">
          <p14:sldIdLst>
            <p14:sldId id="2147482756"/>
            <p14:sldId id="2147482820"/>
            <p14:sldId id="2147482940"/>
            <p14:sldId id="2147482848"/>
            <p14:sldId id="2147482853"/>
            <p14:sldId id="2147482688"/>
            <p14:sldId id="2147482941"/>
            <p14:sldId id="2147482910"/>
            <p14:sldId id="2147482763"/>
            <p14:sldId id="2147482764"/>
            <p14:sldId id="2147482854"/>
            <p14:sldId id="2147482855"/>
            <p14:sldId id="2147482788"/>
            <p14:sldId id="2147482856"/>
          </p14:sldIdLst>
        </p14:section>
        <p14:section name="Statutory &amp; other approvals" id="{91715EF9-ACCA-48F7-8627-698975714B28}">
          <p14:sldIdLst>
            <p14:sldId id="2147482896"/>
            <p14:sldId id="2147482753"/>
            <p14:sldId id="2147482755"/>
            <p14:sldId id="2147482959"/>
            <p14:sldId id="2147482960"/>
            <p14:sldId id="2147482961"/>
            <p14:sldId id="2147482964"/>
            <p14:sldId id="2147482963"/>
            <p14:sldId id="21474829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EAE4888-9D79-ED70-E402-CA363C25E157}" name="Devang Gajjar" initials="DG" userId="S::30061230@adani.com::cc2762aa-ec92-4ffa-a475-838368cbeec1" providerId="AD"/>
  <p188:author id="{65EA8ECA-A78B-6A56-D09B-8E2A6B4E6D1F}" name="Divyanshi Tahkit" initials="DT" userId="S::30136587@adani.com::e9fa80da-cab3-4b38-8a7a-32adb87f1e3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2F2F2"/>
    <a:srgbClr val="FBE2D5"/>
    <a:srgbClr val="FFFFFF"/>
    <a:srgbClr val="800080"/>
    <a:srgbClr val="7030A0"/>
    <a:srgbClr val="0000FF"/>
    <a:srgbClr val="66FF33"/>
    <a:srgbClr val="B17ED8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1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4" Type="http://schemas.openxmlformats.org/officeDocument/2006/relationships/notesMaster" Target="notesMasters/notesMaster1.xml"/><Relationship Id="rId75" Type="http://schemas.openxmlformats.org/officeDocument/2006/relationships/handoutMaster" Target="handoutMasters/handout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8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FC32EF-7F26-FBF5-A4DB-863788E1EB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12DA0-A275-7762-DFB4-275780D204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5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3A120-FA9F-4253-8750-ADEFC14124A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AD6E7-5E67-2263-9B48-8C92DBC772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428586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26CE1-A1EF-C59D-1EAF-966039A4B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A9303-E99E-4461-883B-BF5028EA1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8300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9" y="2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09B9A-C4C1-4AD2-8C55-4EDBAF27EF7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467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3" y="4776791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3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9" y="9429753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D3562-5CE4-49E3-A698-59ED55762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575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8" y="518159"/>
            <a:ext cx="7213092" cy="5029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89788" y="569976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764" y="48767"/>
            <a:ext cx="2496312" cy="144017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40807" y="2086355"/>
            <a:ext cx="6640068" cy="990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19520" y="1371346"/>
            <a:ext cx="5246370" cy="6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1" i="0">
                <a:solidFill>
                  <a:srgbClr val="006FC0"/>
                </a:solidFill>
                <a:latin typeface="Adani Regular" panose="02000503000000020004" pitchFamily="2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dani Regular" panose="02000503000000020004" pitchFamily="2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4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8EC113A-FF9F-9CE2-D97C-814E3B6D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3999" y="6488896"/>
            <a:ext cx="493311" cy="365125"/>
          </a:xfrm>
        </p:spPr>
        <p:txBody>
          <a:bodyPr/>
          <a:lstStyle/>
          <a:p>
            <a:fld id="{98B285C1-D8A8-4E98-B28C-1FD972D8E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94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3673-ED7E-D140-BEB7-45A5D7280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Adani Regular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17888-9A6C-A7C3-9F88-C87B575D7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Adani Regular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5B188-284F-B4A6-A3A7-E4D364DA8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3999" y="6488896"/>
            <a:ext cx="493311" cy="365125"/>
          </a:xfrm>
        </p:spPr>
        <p:txBody>
          <a:bodyPr/>
          <a:lstStyle/>
          <a:p>
            <a:fld id="{98B285C1-D8A8-4E98-B28C-1FD972D8E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35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FA596E-9C25-4B56-8825-17376C69494E}"/>
              </a:ext>
            </a:extLst>
          </p:cNvPr>
          <p:cNvCxnSpPr/>
          <p:nvPr userDrawn="1"/>
        </p:nvCxnSpPr>
        <p:spPr>
          <a:xfrm>
            <a:off x="623394" y="599259"/>
            <a:ext cx="10404231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6BEC392-99E6-4439-9F09-DF75C16D7C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37895"/>
            <a:ext cx="192925" cy="3840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E9E3304-643A-4DC4-92C5-DDC74D96CA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61247" y="304775"/>
            <a:ext cx="669296" cy="44954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6D14F8A-0647-42E2-8F61-39C14DCBE946}"/>
              </a:ext>
            </a:extLst>
          </p:cNvPr>
          <p:cNvCxnSpPr/>
          <p:nvPr userDrawn="1"/>
        </p:nvCxnSpPr>
        <p:spPr>
          <a:xfrm>
            <a:off x="11892644" y="6532199"/>
            <a:ext cx="7854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F2FD689-93D7-F940-D85F-C3E9E11B6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3999" y="6488896"/>
            <a:ext cx="493311" cy="365125"/>
          </a:xfrm>
        </p:spPr>
        <p:txBody>
          <a:bodyPr/>
          <a:lstStyle/>
          <a:p>
            <a:fld id="{98B285C1-D8A8-4E98-B28C-1FD972D8E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182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4" userDrawn="1">
          <p15:clr>
            <a:srgbClr val="FBAE40"/>
          </p15:clr>
        </p15:guide>
        <p15:guide id="2" pos="283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9957" userDrawn="1">
          <p15:clr>
            <a:srgbClr val="FBAE40"/>
          </p15:clr>
        </p15:guide>
        <p15:guide id="5" orient="horz" pos="5299" userDrawn="1">
          <p15:clr>
            <a:srgbClr val="FBAE40"/>
          </p15:clr>
        </p15:guide>
        <p15:guide id="6" orient="horz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617" y="-8246"/>
            <a:ext cx="10829385" cy="769676"/>
          </a:xfrm>
        </p:spPr>
        <p:txBody>
          <a:bodyPr anchor="b">
            <a:noAutofit/>
          </a:bodyPr>
          <a:lstStyle>
            <a:lvl1pPr>
              <a:defRPr sz="2200">
                <a:solidFill>
                  <a:srgbClr val="922682"/>
                </a:solidFill>
                <a:latin typeface="Adani Medium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BD06E0-24B3-41D4-9656-42FDF4FECC35}"/>
              </a:ext>
            </a:extLst>
          </p:cNvPr>
          <p:cNvGrpSpPr/>
          <p:nvPr userDrawn="1"/>
        </p:nvGrpSpPr>
        <p:grpSpPr>
          <a:xfrm>
            <a:off x="391851" y="746818"/>
            <a:ext cx="10744149" cy="60959"/>
            <a:chOff x="391437" y="755062"/>
            <a:chExt cx="10692000" cy="60959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391437" y="816021"/>
              <a:ext cx="10692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2" descr="D:\Corp Comm Department Work 2015\Brand Adani 2012\adani_gradient_master.jp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437" y="755062"/>
              <a:ext cx="7269694" cy="609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99D2EB3-5DD5-4CC7-3B2F-850E3091A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3999" y="6488896"/>
            <a:ext cx="493311" cy="365125"/>
          </a:xfrm>
        </p:spPr>
        <p:txBody>
          <a:bodyPr/>
          <a:lstStyle/>
          <a:p>
            <a:fld id="{98B285C1-D8A8-4E98-B28C-1FD972D8E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002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73">
          <p15:clr>
            <a:srgbClr val="FBAE40"/>
          </p15:clr>
        </p15:guide>
        <p15:guide id="3" pos="3840">
          <p15:clr>
            <a:srgbClr val="FBAE40"/>
          </p15:clr>
        </p15:guide>
        <p15:guide id="4" pos="7468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212">
          <p15:clr>
            <a:srgbClr val="FBAE40"/>
          </p15:clr>
        </p15:guide>
        <p15:guide id="8" pos="66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3673-ED7E-D140-BEB7-45A5D7280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971" y="107818"/>
            <a:ext cx="11498943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>
              <a:def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defRPr>
            </a:lvl1pPr>
          </a:lstStyle>
          <a:p>
            <a:pPr marL="109192" lvl="0" defTabSz="911377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17888-9A6C-A7C3-9F88-C87B575D7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0" y="655637"/>
            <a:ext cx="11498943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7030A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11FDC09-5BC8-B895-A291-B9A8024BBA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8969" y="1144132"/>
            <a:ext cx="11498943" cy="506186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5FF0D2-0874-80AB-5E01-138E3F2780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D8660E-D71A-5DE1-EB36-594448D56745}"/>
              </a:ext>
            </a:extLst>
          </p:cNvPr>
          <p:cNvCxnSpPr>
            <a:cxnSpLocks/>
          </p:cNvCxnSpPr>
          <p:nvPr userDrawn="1"/>
        </p:nvCxnSpPr>
        <p:spPr>
          <a:xfrm>
            <a:off x="418264" y="6342507"/>
            <a:ext cx="1096949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6B356C8-C561-9F7E-9DB5-EBD7A4CF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3999" y="6488896"/>
            <a:ext cx="493311" cy="365125"/>
          </a:xfrm>
        </p:spPr>
        <p:txBody>
          <a:bodyPr/>
          <a:lstStyle/>
          <a:p>
            <a:fld id="{98B285C1-D8A8-4E98-B28C-1FD972D8E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1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D4B4AB-B102-4B52-9298-4FDE1139D9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7"/>
            <a:ext cx="12192000" cy="68559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38600"/>
            <a:ext cx="10363200" cy="1362075"/>
          </a:xfrm>
        </p:spPr>
        <p:txBody>
          <a:bodyPr anchor="t">
            <a:normAutofit/>
          </a:bodyPr>
          <a:lstStyle>
            <a:lvl1pPr algn="l">
              <a:defRPr sz="3733" b="0" cap="none" baseline="0">
                <a:solidFill>
                  <a:schemeClr val="bg1"/>
                </a:solidFill>
                <a:latin typeface="Adani Regular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575B-79F4-462B-BD8B-0038BD3A376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B635AB5C-6398-4F97-964A-F3E7F88C50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33"/>
          <a:stretch/>
        </p:blipFill>
        <p:spPr>
          <a:xfrm>
            <a:off x="3977928" y="2108824"/>
            <a:ext cx="4200560" cy="163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53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Image - Tit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5BEDE2-0E01-44E6-ACC3-05ED4931C9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08" y="1918905"/>
            <a:ext cx="3053323" cy="2510651"/>
          </a:xfrm>
          <a:prstGeom prst="rect">
            <a:avLst/>
          </a:prstGeom>
        </p:spPr>
      </p:pic>
      <p:sp>
        <p:nvSpPr>
          <p:cNvPr id="5" name="Subtitle 3"/>
          <p:cNvSpPr>
            <a:spLocks noGrp="1"/>
          </p:cNvSpPr>
          <p:nvPr>
            <p:ph type="subTitle" idx="1" hasCustomPrompt="1"/>
          </p:nvPr>
        </p:nvSpPr>
        <p:spPr>
          <a:xfrm>
            <a:off x="5343051" y="2108825"/>
            <a:ext cx="6840912" cy="1470671"/>
          </a:xfrm>
        </p:spPr>
        <p:txBody>
          <a:bodyPr>
            <a:normAutofit/>
          </a:bodyPr>
          <a:lstStyle>
            <a:lvl1pPr marL="0" indent="0">
              <a:buNone/>
              <a:defRPr baseline="0">
                <a:latin typeface="Adani Medium" pitchFamily="2" charset="0"/>
              </a:defRPr>
            </a:lvl1pPr>
          </a:lstStyle>
          <a:p>
            <a:pPr algn="l"/>
            <a:r>
              <a:rPr lang="en-IN">
                <a:solidFill>
                  <a:srgbClr val="000000"/>
                </a:solidFill>
              </a:rPr>
              <a:t>Click to add title</a:t>
            </a:r>
          </a:p>
        </p:txBody>
      </p:sp>
      <p:pic>
        <p:nvPicPr>
          <p:cNvPr id="6" name="Picture 2" descr="D:\Corp Comm Department Work 2015\Brand Adani 2012\adani_gradient_master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920" y="3549017"/>
            <a:ext cx="6696080" cy="6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E0FA753-E354-3768-7206-BC13819F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3999" y="6488896"/>
            <a:ext cx="493311" cy="365125"/>
          </a:xfrm>
        </p:spPr>
        <p:txBody>
          <a:bodyPr/>
          <a:lstStyle/>
          <a:p>
            <a:fld id="{98B285C1-D8A8-4E98-B28C-1FD972D8E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537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63405"/>
            <a:ext cx="10972800" cy="4525963"/>
          </a:xfrm>
        </p:spPr>
        <p:txBody>
          <a:bodyPr>
            <a:normAutofit/>
          </a:bodyPr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285C1-D8A8-4E98-B28C-1FD972D8EC54}" type="slidenum">
              <a:rPr lang="en-IN" smtClean="0"/>
              <a:t>‹#›</a:t>
            </a:fld>
            <a:endParaRPr lang="en-IN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575264" y="1441757"/>
            <a:ext cx="11041472" cy="62864"/>
            <a:chOff x="521460" y="771510"/>
            <a:chExt cx="7921056" cy="47148"/>
          </a:xfrm>
        </p:grpSpPr>
        <p:pic>
          <p:nvPicPr>
            <p:cNvPr id="9" name="Picture 2" descr="D:\Corp Comm Department Work 2015\Brand Adani 2012\adani_gradient_master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60" y="771510"/>
              <a:ext cx="5022060" cy="45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" name="Straight Connector 9"/>
            <p:cNvCxnSpPr/>
            <p:nvPr/>
          </p:nvCxnSpPr>
          <p:spPr>
            <a:xfrm>
              <a:off x="521460" y="818658"/>
              <a:ext cx="7921056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/>
          <p:cNvCxnSpPr/>
          <p:nvPr userDrawn="1"/>
        </p:nvCxnSpPr>
        <p:spPr>
          <a:xfrm>
            <a:off x="576768" y="6189368"/>
            <a:ext cx="1103996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Logo, company name&#10;&#10;Description automatically generated">
            <a:extLst>
              <a:ext uri="{FF2B5EF4-FFF2-40B4-BE49-F238E27FC236}">
                <a16:creationId xmlns:a16="http://schemas.microsoft.com/office/drawing/2014/main" id="{D33B6580-E0B8-43FD-B516-6E10377D5B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566" y="6094733"/>
            <a:ext cx="928245" cy="76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990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9787" y="518159"/>
            <a:ext cx="7213092" cy="5029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89787" y="569975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467" y="2681427"/>
            <a:ext cx="9079865" cy="676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9A07D5-EB06-D9FA-05F8-C3843DAF095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5D21C-D128-05A0-E723-2419FCDCC9D0}"/>
              </a:ext>
            </a:extLst>
          </p:cNvPr>
          <p:cNvCxnSpPr>
            <a:cxnSpLocks/>
          </p:cNvCxnSpPr>
          <p:nvPr userDrawn="1"/>
        </p:nvCxnSpPr>
        <p:spPr>
          <a:xfrm>
            <a:off x="418264" y="6342507"/>
            <a:ext cx="1096949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118FD-5B9D-83C4-99A9-CB685AA8E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3999" y="6488896"/>
            <a:ext cx="493311" cy="365125"/>
          </a:xfrm>
        </p:spPr>
        <p:txBody>
          <a:bodyPr/>
          <a:lstStyle/>
          <a:p>
            <a:fld id="{98B285C1-D8A8-4E98-B28C-1FD972D8E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54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2" r:id="rId3"/>
    <p:sldLayoutId id="2147483673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4c7d81-9469-435b-a8ba-582efe8dadc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7E817B3A7D38469FCB1914B38A626F" ma:contentTypeVersion="15" ma:contentTypeDescription="Create a new document." ma:contentTypeScope="" ma:versionID="97201fdc5f5f299f79190cfb139c2859">
  <xsd:schema xmlns:xsd="http://www.w3.org/2001/XMLSchema" xmlns:xs="http://www.w3.org/2001/XMLSchema" xmlns:p="http://schemas.microsoft.com/office/2006/metadata/properties" xmlns:ns3="8d4c7d81-9469-435b-a8ba-582efe8dadca" xmlns:ns4="99fa29a3-d09d-48f4-9c4c-d47d57dde5a6" targetNamespace="http://schemas.microsoft.com/office/2006/metadata/properties" ma:root="true" ma:fieldsID="08798cd83b8095d94b216b174b4a26c0" ns3:_="" ns4:_="">
    <xsd:import namespace="8d4c7d81-9469-435b-a8ba-582efe8dadca"/>
    <xsd:import namespace="99fa29a3-d09d-48f4-9c4c-d47d57dde5a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BillingMetadata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4c7d81-9469-435b-a8ba-582efe8dadc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a29a3-d09d-48f4-9c4c-d47d57dde5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26D7DE2-94BD-4408-9C77-0F1A8A0041BB}">
  <ds:schemaRefs>
    <ds:schemaRef ds:uri="8d4c7d81-9469-435b-a8ba-582efe8dadca"/>
    <ds:schemaRef ds:uri="99fa29a3-d09d-48f4-9c4c-d47d57dde5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761E0F0-AE7B-4924-9EA0-39C03D82A9AA}">
  <ds:schemaRefs>
    <ds:schemaRef ds:uri="8d4c7d81-9469-435b-a8ba-582efe8dadca"/>
    <ds:schemaRef ds:uri="99fa29a3-d09d-48f4-9c4c-d47d57dde5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AE60410-CD26-4672-AC95-924FD542FF3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4c72f56-1848-46a2-8167-8e5d36510cbc}" enabled="0" method="" siteId="{04c72f56-1848-46a2-8167-8e5d36510cb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10108</Words>
  <Application>Microsoft Office PowerPoint</Application>
  <PresentationFormat>Widescreen</PresentationFormat>
  <Paragraphs>3629</Paragraphs>
  <Slides>69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7" baseType="lpstr">
      <vt:lpstr>Adani Light</vt:lpstr>
      <vt:lpstr>Adani Medium</vt:lpstr>
      <vt:lpstr>Adani Regular</vt:lpstr>
      <vt:lpstr>Aptos</vt:lpstr>
      <vt:lpstr>Arial</vt:lpstr>
      <vt:lpstr>Calibri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Engineering Progress : PSS 11 / PSS 12 / PSS 10B/ PSS 09/ PSS08B/ PSS05B</vt:lpstr>
      <vt:lpstr>Procurement Status: PSS 11, 12, 10B, 9, 05B &amp; 08B </vt:lpstr>
      <vt:lpstr>Procurement &amp; Monthly Rolling Plan for Supply of Equipment – PSS 11</vt:lpstr>
      <vt:lpstr>Procurement &amp; Monthly Rolling Plan for Supply of Equipment – PSS 12</vt:lpstr>
      <vt:lpstr>Procurement &amp; Monthly Rolling Plan for Supply of Equipment – PSS 10B</vt:lpstr>
      <vt:lpstr>Procurement &amp; Monthly Rolling Plan for Supply of Equipment – PSS 09</vt:lpstr>
      <vt:lpstr>Procurement &amp; Monthly Rolling Plan for Supply of Equipment – PSS 05B</vt:lpstr>
      <vt:lpstr>Procurement &amp; Monthly Rolling Plan for Supply of Equipment – PSS 08B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Manpower &amp; Mandays Status: PSS 11, 12, 10B, 9, 05B &amp; 08B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Major Milestones – Next 3 months (PSS – 11, 12, 10B, 9, 5B, 8B)</vt:lpstr>
      <vt:lpstr>CRITICAL ISSUES FY 26-27</vt:lpstr>
      <vt:lpstr>PowerPoint Presentation</vt:lpstr>
      <vt:lpstr>PowerPoint Presentation</vt:lpstr>
      <vt:lpstr>Ordering Status  PSS-11, 12 &amp; 10(B)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Ordering Status  PSS-09, 05(B) &amp; 08(B)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Rahulsingh Tomar</dc:creator>
  <cp:lastModifiedBy>Divyanshi Tahkit</cp:lastModifiedBy>
  <cp:revision>1</cp:revision>
  <cp:lastPrinted>2026-07-08T10:43:53Z</cp:lastPrinted>
  <dcterms:created xsi:type="dcterms:W3CDTF">2023-08-27T05:23:05Z</dcterms:created>
  <dcterms:modified xsi:type="dcterms:W3CDTF">2026-09-22T13:10:24Z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0x010100357E817B3A7D38469FCB1914B38A626F</vt:lpwstr>
  </property>
</Properties>
</file>